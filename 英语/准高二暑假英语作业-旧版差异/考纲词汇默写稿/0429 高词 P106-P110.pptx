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9144000" cy="6858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1.at all cost </a:t>
            </a:r>
            <a:r>
              <a:rPr lang="zh-CN" altLang="en-US" sz="2400">
                <a:solidFill>
                  <a:schemeClr val="bg1"/>
                </a:solidFill>
              </a:rPr>
              <a:t>不惜任何代价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at the cost of </a:t>
            </a:r>
            <a:r>
              <a:rPr lang="zh-CN" altLang="en-US" sz="2400">
                <a:solidFill>
                  <a:schemeClr val="bg1"/>
                </a:solidFill>
              </a:rPr>
              <a:t>丧失；牺牲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2.costume n. </a:t>
            </a:r>
            <a:r>
              <a:rPr lang="zh-CN" altLang="en-US" sz="2400">
                <a:solidFill>
                  <a:schemeClr val="bg1"/>
                </a:solidFill>
              </a:rPr>
              <a:t>服装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3.cottage n. </a:t>
            </a:r>
            <a:r>
              <a:rPr lang="zh-CN" altLang="en-US" sz="2400">
                <a:solidFill>
                  <a:schemeClr val="bg1"/>
                </a:solidFill>
              </a:rPr>
              <a:t>小屋；村舍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4.cotton n. </a:t>
            </a:r>
            <a:r>
              <a:rPr lang="zh-CN" altLang="en-US" sz="2400">
                <a:solidFill>
                  <a:schemeClr val="bg1"/>
                </a:solidFill>
              </a:rPr>
              <a:t>棉花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5.couch n. </a:t>
            </a:r>
            <a:r>
              <a:rPr lang="zh-CN" altLang="en-US" sz="2400">
                <a:solidFill>
                  <a:schemeClr val="bg1"/>
                </a:solidFill>
              </a:rPr>
              <a:t>长沙发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6.cough n./v. </a:t>
            </a:r>
            <a:r>
              <a:rPr lang="zh-CN" altLang="en-US" sz="2400">
                <a:solidFill>
                  <a:schemeClr val="bg1"/>
                </a:solidFill>
              </a:rPr>
              <a:t>咳嗽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7.council n. </a:t>
            </a:r>
            <a:r>
              <a:rPr lang="zh-CN" altLang="en-US" sz="2400">
                <a:solidFill>
                  <a:schemeClr val="bg1"/>
                </a:solidFill>
              </a:rPr>
              <a:t>委员会；理事会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8.count on </a:t>
            </a:r>
            <a:r>
              <a:rPr lang="zh-CN" altLang="en-US" sz="2400">
                <a:solidFill>
                  <a:schemeClr val="bg1"/>
                </a:solidFill>
              </a:rPr>
              <a:t>指望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what counts is that... </a:t>
            </a:r>
            <a:r>
              <a:rPr lang="zh-CN" altLang="en-US" sz="2400">
                <a:solidFill>
                  <a:schemeClr val="bg1"/>
                </a:solidFill>
              </a:rPr>
              <a:t>重要的是...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9.a couple of </a:t>
            </a:r>
            <a:r>
              <a:rPr lang="zh-CN" altLang="en-US" sz="2400">
                <a:solidFill>
                  <a:schemeClr val="bg1"/>
                </a:solidFill>
              </a:rPr>
              <a:t>一对；一双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10.couragrous adj. </a:t>
            </a:r>
            <a:r>
              <a:rPr lang="zh-CN" altLang="en-US" sz="2400">
                <a:solidFill>
                  <a:schemeClr val="bg1"/>
                </a:solidFill>
              </a:rPr>
              <a:t>勇敢的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在二战期间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  <a:sym typeface="+mn-ea"/>
              </a:rPr>
              <a:t>in the course of the II World War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被大雪覆盖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be covered with heavy sonw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13.coverage n. </a:t>
            </a:r>
            <a:r>
              <a:rPr lang="zh-CN" altLang="en-US" sz="2400">
                <a:solidFill>
                  <a:schemeClr val="bg1"/>
                </a:solidFill>
              </a:rPr>
              <a:t>覆盖范围；新闻报道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14.crack n. </a:t>
            </a:r>
            <a:r>
              <a:rPr lang="zh-CN" altLang="en-US" sz="2400">
                <a:solidFill>
                  <a:schemeClr val="bg1"/>
                </a:solidFill>
              </a:rPr>
              <a:t>裂缝；瑕疵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裂开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15.crawl v. </a:t>
            </a:r>
            <a:r>
              <a:rPr lang="zh-CN" altLang="en-US" sz="2400">
                <a:solidFill>
                  <a:schemeClr val="bg1"/>
                </a:solidFill>
              </a:rPr>
              <a:t>爬；匍匐前进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16.crayon n. </a:t>
            </a:r>
            <a:r>
              <a:rPr lang="zh-CN" altLang="en-US" sz="2400">
                <a:solidFill>
                  <a:schemeClr val="bg1"/>
                </a:solidFill>
              </a:rPr>
              <a:t>蜡笔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奶油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cream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有创造力的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creative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19.credit n. </a:t>
            </a:r>
            <a:r>
              <a:rPr lang="zh-CN" altLang="en-US" sz="2400">
                <a:solidFill>
                  <a:schemeClr val="bg1"/>
                </a:solidFill>
              </a:rPr>
              <a:t>信用；赊欠；赞扬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20.crew n. </a:t>
            </a:r>
            <a:r>
              <a:rPr lang="zh-CN" altLang="en-US" sz="2400">
                <a:solidFill>
                  <a:schemeClr val="bg1"/>
                </a:solidFill>
              </a:rPr>
              <a:t>全体员工（飞机；船等）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罪犯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criminal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危机；转折点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crisis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</a:t>
            </a:r>
            <a:r>
              <a:rPr lang="zh-CN" altLang="en-US" sz="2400">
                <a:solidFill>
                  <a:schemeClr val="tx1"/>
                </a:solidFill>
              </a:rPr>
              <a:t>标准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criterion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</a:t>
            </a:r>
            <a:r>
              <a:rPr lang="zh-CN" altLang="en-US" sz="2400">
                <a:solidFill>
                  <a:schemeClr val="tx1"/>
                </a:solidFill>
              </a:rPr>
              <a:t>批评的；吹毛求疵的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critical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25.</a:t>
            </a:r>
            <a:r>
              <a:rPr lang="zh-CN" altLang="en-US" sz="2400">
                <a:solidFill>
                  <a:schemeClr val="tx1"/>
                </a:solidFill>
              </a:rPr>
              <a:t>他因领导不力受到批评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He was critisized for his lack of leadership.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26.crop n. </a:t>
            </a:r>
            <a:r>
              <a:rPr lang="zh-CN" altLang="en-US" sz="2400">
                <a:solidFill>
                  <a:schemeClr val="bg1"/>
                </a:solidFill>
              </a:rPr>
              <a:t>作物；庄稼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619</Words>
  <Application>WPS 文字</Application>
  <PresentationFormat>宽屏</PresentationFormat>
  <Paragraphs>30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汉仪旗黑</vt:lpstr>
      <vt:lpstr>微软雅黑</vt:lpstr>
      <vt:lpstr>宋体</vt:lpstr>
      <vt:lpstr>Arial Unicode MS</vt:lpstr>
      <vt:lpstr>Calibri</vt:lpstr>
      <vt:lpstr>Helvetica Neue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笑的是给</cp:lastModifiedBy>
  <cp:revision>158</cp:revision>
  <dcterms:created xsi:type="dcterms:W3CDTF">2026-07-14T08:22:37Z</dcterms:created>
  <dcterms:modified xsi:type="dcterms:W3CDTF">2026-07-14T08:22:37Z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80C47307327C44A9962FBA356AE09A77_11</vt:lpwstr>
  </property>
</Properties>
</file>