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低语；密谈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whisper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口哨；哨子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whistle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3.as a whole </a:t>
            </a:r>
            <a:r>
              <a:rPr lang="en-US" altLang="zh-CN" sz="2400">
                <a:solidFill>
                  <a:schemeClr val="bg1"/>
                </a:solidFill>
              </a:rPr>
              <a:t>作为一个整体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on the whole </a:t>
            </a:r>
            <a:r>
              <a:rPr lang="en-US" altLang="zh-CN" sz="2400">
                <a:solidFill>
                  <a:schemeClr val="bg1"/>
                </a:solidFill>
              </a:rPr>
              <a:t>总的来看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普遍的；分布广泛的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widespread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野生动物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wildlife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愿意的；乐意的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willing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乐意做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be willing to do sth.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8.wind v. </a:t>
            </a:r>
            <a:r>
              <a:rPr lang="en-US" altLang="zh-CN" sz="2400">
                <a:solidFill>
                  <a:schemeClr val="bg1"/>
                </a:solidFill>
              </a:rPr>
              <a:t>迂回；弯曲前进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翅膀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wing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擦；抹；消灭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wipe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智慧；学问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wisdom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12.wit n. </a:t>
            </a:r>
            <a:r>
              <a:rPr lang="en-US" altLang="zh-CN" sz="2400">
                <a:solidFill>
                  <a:schemeClr val="bg1"/>
                </a:solidFill>
              </a:rPr>
              <a:t>风趣；智力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撤退；抽回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withdraw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见证人；目击者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witness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难怪；不足为奇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no wonder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令人惊叹的；精彩的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wonderful</a:t>
            </a:r>
            <a:endParaRPr lang="en-US" altLang="zh-CN" sz="2400">
              <a:solidFill>
                <a:schemeClr val="bg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7.work on </a:t>
            </a:r>
            <a:r>
              <a:rPr lang="en-US" altLang="zh-CN" sz="2400">
                <a:solidFill>
                  <a:schemeClr val="bg1"/>
                </a:solidFill>
              </a:rPr>
              <a:t>继续工作；致力于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work out </a:t>
            </a:r>
            <a:r>
              <a:rPr lang="en-US" altLang="zh-CN" sz="2400">
                <a:solidFill>
                  <a:schemeClr val="bg1"/>
                </a:solidFill>
              </a:rPr>
              <a:t>解决；算出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work up </a:t>
            </a:r>
            <a:r>
              <a:rPr lang="en-US" altLang="zh-CN" sz="2400">
                <a:solidFill>
                  <a:schemeClr val="bg1"/>
                </a:solidFill>
              </a:rPr>
              <a:t>逐步建立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WPS 演示</Application>
  <PresentationFormat>宽屏</PresentationFormat>
  <Paragraphs>23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2024-07-20T11:18:56Z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55BC5EF9657141ACBF840488009E2094_11</vt:lpwstr>
  </property>
</Properties>
</file>