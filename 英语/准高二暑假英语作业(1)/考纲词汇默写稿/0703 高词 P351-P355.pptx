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地区的；区域的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regional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in the region of </a:t>
            </a:r>
            <a:r>
              <a:rPr lang="en-US" altLang="zh-CN" sz="2400">
                <a:solidFill>
                  <a:schemeClr val="bg1"/>
                </a:solidFill>
              </a:rPr>
              <a:t>大约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登记；注册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register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后悔做过某事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regret doing sth.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遗憾地做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regret to do sth.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规定；管理；调节</a:t>
            </a:r>
            <a:r>
              <a:rPr lang="en-US" altLang="zh-CN" sz="2400">
                <a:solidFill>
                  <a:schemeClr val="tx1"/>
                </a:solidFill>
              </a:rPr>
              <a:t> v.</a:t>
            </a:r>
            <a:r>
              <a:rPr lang="en-US" altLang="zh-CN" sz="2400">
                <a:solidFill>
                  <a:schemeClr val="bg1"/>
                </a:solidFill>
              </a:rPr>
              <a:t> regulate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拒绝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reject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亲戚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relative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7.be related to </a:t>
            </a:r>
            <a:r>
              <a:rPr lang="en-US" altLang="zh-CN" sz="2400">
                <a:solidFill>
                  <a:schemeClr val="bg1"/>
                </a:solidFill>
              </a:rPr>
              <a:t>与...有关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in relation to </a:t>
            </a:r>
            <a:r>
              <a:rPr lang="en-US" altLang="zh-CN" sz="2400">
                <a:solidFill>
                  <a:schemeClr val="bg1"/>
                </a:solidFill>
              </a:rPr>
              <a:t>至于；关于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be relative to </a:t>
            </a:r>
            <a:r>
              <a:rPr lang="en-US" altLang="zh-CN" sz="2400">
                <a:solidFill>
                  <a:schemeClr val="bg1"/>
                </a:solidFill>
              </a:rPr>
              <a:t>与...有关；按照...比例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8.relay v. </a:t>
            </a:r>
            <a:r>
              <a:rPr lang="en-US" altLang="zh-CN" sz="2400">
                <a:solidFill>
                  <a:schemeClr val="bg1"/>
                </a:solidFill>
              </a:rPr>
              <a:t>转发；播放；转播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新发布的专辑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newly-released album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有关的；切题的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relevent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可靠的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reliable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减轻；宽慰；救济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relieve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宗教的；虔诚的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religious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不情愿的；勉强的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reluctant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依靠某人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rely on sb.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16.remain </a:t>
            </a:r>
            <a:r>
              <a:rPr lang="zh-CN" altLang="en-US" sz="2400">
                <a:solidFill>
                  <a:schemeClr val="tx1"/>
                </a:solidFill>
              </a:rPr>
              <a:t>用法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en-US" altLang="zh-CN" sz="2400">
                <a:solidFill>
                  <a:schemeClr val="bg1"/>
                </a:solidFill>
              </a:rPr>
              <a:t>remian + n./adj./to be done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17.remark n. </a:t>
            </a:r>
            <a:r>
              <a:rPr lang="en-US" altLang="zh-CN" sz="2400">
                <a:solidFill>
                  <a:schemeClr val="bg1"/>
                </a:solidFill>
              </a:rPr>
              <a:t>评论；话语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18.remarkable adj. </a:t>
            </a:r>
            <a:r>
              <a:rPr lang="en-US" altLang="zh-CN" sz="2400">
                <a:solidFill>
                  <a:schemeClr val="bg1"/>
                </a:solidFill>
              </a:rPr>
              <a:t>引人注目的；非凡的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遥远的；偏僻的</a:t>
            </a:r>
            <a:r>
              <a:rPr lang="en-US" altLang="zh-CN" sz="2400">
                <a:solidFill>
                  <a:schemeClr val="tx1"/>
                </a:solidFill>
              </a:rPr>
              <a:t> adj.</a:t>
            </a:r>
            <a:r>
              <a:rPr lang="en-US" altLang="zh-CN" sz="2400">
                <a:solidFill>
                  <a:schemeClr val="bg1"/>
                </a:solidFill>
              </a:rPr>
              <a:t> remote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可移动的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removable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租借；出租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修理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repair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2024-07-03T00:15:08Z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45497EE878BF4273A63A10F27544BE01_11</vt:lpwstr>
  </property>
</Properties>
</file>