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卧室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bedroom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2.beg sb. to do sth. </a:t>
            </a:r>
            <a:r>
              <a:rPr lang="en-US" altLang="zh-CN" sz="2400">
                <a:solidFill>
                  <a:schemeClr val="bg1"/>
                </a:solidFill>
              </a:rPr>
              <a:t>请求某人做某事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beg (for) sth. from/of sb. </a:t>
            </a:r>
            <a:r>
              <a:rPr lang="en-US" altLang="zh-CN" sz="2400">
                <a:solidFill>
                  <a:schemeClr val="bg1"/>
                </a:solidFill>
              </a:rPr>
              <a:t>向某人乞讨某物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 to begin with </a:t>
            </a:r>
            <a:r>
              <a:rPr lang="en-US" altLang="zh-CN" sz="2400">
                <a:solidFill>
                  <a:schemeClr val="bg1"/>
                </a:solidFill>
              </a:rPr>
              <a:t>首先；第一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begin with deep breathing </a:t>
            </a:r>
            <a:r>
              <a:rPr lang="en-US" altLang="zh-CN" sz="2400">
                <a:solidFill>
                  <a:schemeClr val="bg1"/>
                </a:solidFill>
              </a:rPr>
              <a:t>由深呼吸开</a:t>
            </a:r>
            <a:r>
              <a:rPr lang="zh-CN" altLang="en-US" sz="2400">
                <a:solidFill>
                  <a:schemeClr val="bg1"/>
                </a:solidFill>
              </a:rPr>
              <a:t>始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代表广大人民群众</a:t>
            </a:r>
            <a:r>
              <a:rPr lang="en-US" altLang="zh-CN" sz="2400">
                <a:solidFill>
                  <a:schemeClr val="tx1"/>
                </a:solidFill>
              </a:rPr>
              <a:t>(behalf) </a:t>
            </a:r>
            <a:r>
              <a:rPr lang="en-US" altLang="zh-CN" sz="2400">
                <a:solidFill>
                  <a:schemeClr val="bg1"/>
                </a:solidFill>
              </a:rPr>
              <a:t>on behalf of the masses of people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5.lag behind </a:t>
            </a:r>
            <a:r>
              <a:rPr lang="en-US" altLang="zh-CN" sz="2400">
                <a:solidFill>
                  <a:schemeClr val="bg1"/>
                </a:solidFill>
              </a:rPr>
              <a:t>落后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6.belief n. </a:t>
            </a:r>
            <a:r>
              <a:rPr lang="en-US" altLang="zh-CN" sz="2400">
                <a:solidFill>
                  <a:schemeClr val="bg1"/>
                </a:solidFill>
              </a:rPr>
              <a:t>相信；信念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难以置信的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unbelievable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属于</a:t>
            </a:r>
            <a:r>
              <a:rPr lang="en-US" altLang="zh-CN" sz="2400">
                <a:solidFill>
                  <a:schemeClr val="tx1"/>
                </a:solidFill>
              </a:rPr>
              <a:t>... </a:t>
            </a:r>
            <a:r>
              <a:rPr lang="en-US" altLang="zh-CN" sz="2400">
                <a:solidFill>
                  <a:schemeClr val="bg1"/>
                </a:solidFill>
              </a:rPr>
              <a:t>belong to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9.bench n. </a:t>
            </a:r>
            <a:r>
              <a:rPr lang="en-US" altLang="zh-CN" sz="2400">
                <a:solidFill>
                  <a:schemeClr val="bg1"/>
                </a:solidFill>
              </a:rPr>
              <a:t>长椅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10.bend v. </a:t>
            </a:r>
            <a:r>
              <a:rPr lang="en-US" altLang="zh-CN" sz="2400">
                <a:solidFill>
                  <a:schemeClr val="bg1"/>
                </a:solidFill>
              </a:rPr>
              <a:t>使弯曲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对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有益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be beneficial to 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12.do one’s best </a:t>
            </a:r>
            <a:r>
              <a:rPr lang="en-US" altLang="zh-CN" sz="2400">
                <a:solidFill>
                  <a:schemeClr val="bg1"/>
                </a:solidFill>
              </a:rPr>
              <a:t>尽全力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你最好今晚就提交作业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You had better hand in your homework tonight.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14.beyond words </a:t>
            </a:r>
            <a:r>
              <a:rPr lang="en-US" altLang="zh-CN" sz="2400">
                <a:solidFill>
                  <a:schemeClr val="bg1"/>
                </a:solidFill>
              </a:rPr>
              <a:t>无法用语言表达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beyond control </a:t>
            </a:r>
            <a:r>
              <a:rPr lang="en-US" altLang="zh-CN" sz="2400">
                <a:solidFill>
                  <a:schemeClr val="bg1"/>
                </a:solidFill>
              </a:rPr>
              <a:t>无法控制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beyond description </a:t>
            </a:r>
            <a:r>
              <a:rPr lang="zh-CN" altLang="en-US" sz="2400">
                <a:solidFill>
                  <a:schemeClr val="bg1"/>
                </a:solidFill>
              </a:rPr>
              <a:t>难</a:t>
            </a:r>
            <a:r>
              <a:rPr lang="en-US" altLang="zh-CN" sz="2400">
                <a:solidFill>
                  <a:schemeClr val="bg1"/>
                </a:solidFill>
              </a:rPr>
              <a:t>以形容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15.hundred </a:t>
            </a:r>
            <a:r>
              <a:rPr lang="en-US" altLang="zh-CN" sz="2400">
                <a:solidFill>
                  <a:schemeClr val="bg1"/>
                </a:solidFill>
              </a:rPr>
              <a:t>百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thousand 	</a:t>
            </a:r>
            <a:r>
              <a:rPr lang="en-US" altLang="zh-CN" sz="2400">
                <a:solidFill>
                  <a:schemeClr val="bg1"/>
                </a:solidFill>
              </a:rPr>
              <a:t>千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million </a:t>
            </a:r>
            <a:r>
              <a:rPr lang="en-US" altLang="zh-CN" sz="2400">
                <a:solidFill>
                  <a:schemeClr val="bg1"/>
                </a:solidFill>
              </a:rPr>
              <a:t>百万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billion </a:t>
            </a:r>
            <a:r>
              <a:rPr lang="en-US" altLang="zh-CN" sz="2400">
                <a:solidFill>
                  <a:schemeClr val="bg1"/>
                </a:solidFill>
              </a:rPr>
              <a:t>十亿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trillion </a:t>
            </a:r>
            <a:r>
              <a:rPr lang="en-US" altLang="zh-CN" sz="2400">
                <a:solidFill>
                  <a:schemeClr val="bg1"/>
                </a:solidFill>
              </a:rPr>
              <a:t>万亿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16.bind v. </a:t>
            </a:r>
            <a:r>
              <a:rPr lang="en-US" altLang="zh-CN" sz="2400">
                <a:solidFill>
                  <a:schemeClr val="bg1"/>
                </a:solidFill>
              </a:rPr>
              <a:t>捆绑；装订；约束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17.biscuit n. </a:t>
            </a:r>
            <a:r>
              <a:rPr lang="en-US" altLang="zh-CN" sz="2400">
                <a:solidFill>
                  <a:schemeClr val="bg1"/>
                </a:solidFill>
              </a:rPr>
              <a:t>饼干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18.not a bit </a:t>
            </a:r>
            <a:r>
              <a:rPr lang="en-US" altLang="zh-CN" sz="2400">
                <a:solidFill>
                  <a:schemeClr val="bg1"/>
                </a:solidFill>
              </a:rPr>
              <a:t>一点也不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bit by bit </a:t>
            </a:r>
            <a:r>
              <a:rPr lang="en-US" altLang="zh-CN" sz="2400">
                <a:solidFill>
                  <a:schemeClr val="bg1"/>
                </a:solidFill>
              </a:rPr>
              <a:t>逐渐地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19.bite v. </a:t>
            </a:r>
            <a:r>
              <a:rPr lang="en-US" altLang="zh-CN" sz="2400">
                <a:solidFill>
                  <a:schemeClr val="bg1"/>
                </a:solidFill>
              </a:rPr>
              <a:t>咬；叮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20.bitter adj. </a:t>
            </a:r>
            <a:r>
              <a:rPr lang="en-US" altLang="zh-CN" sz="2400">
                <a:solidFill>
                  <a:schemeClr val="bg1"/>
                </a:solidFill>
              </a:rPr>
              <a:t>苦的；使人悲痛的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653</Words>
  <Application>WPS 演示</Application>
  <PresentationFormat>宽屏</PresentationFormat>
  <Paragraphs>31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158</cp:revision>
  <dcterms:created xsi:type="dcterms:W3CDTF">2019-06-19T02:08:00Z</dcterms:created>
  <dcterms:modified xsi:type="dcterms:W3CDTF">2024-09-04T11:48:16Z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C70267D0AB6B4119BCEAD22EC3382A31_11</vt:lpwstr>
  </property>
</Properties>
</file>