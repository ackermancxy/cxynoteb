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1.amusement n. </a:t>
            </a:r>
            <a:r>
              <a:rPr lang="zh-CN" altLang="en-US" sz="2400">
                <a:solidFill>
                  <a:schemeClr val="bg1"/>
                </a:solidFill>
              </a:rPr>
              <a:t>娱乐活动；乐趣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分析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analyse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analysis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祖先；先驱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ancestor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4.anchor n. </a:t>
            </a:r>
            <a:r>
              <a:rPr lang="zh-CN" altLang="en-US" sz="2400">
                <a:solidFill>
                  <a:schemeClr val="bg1"/>
                </a:solidFill>
              </a:rPr>
              <a:t>锚；固定桩；精神支柱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weigh/raise anchor </a:t>
            </a:r>
            <a:r>
              <a:rPr lang="zh-CN" altLang="en-US" sz="2400">
                <a:solidFill>
                  <a:schemeClr val="bg1"/>
                </a:solidFill>
              </a:rPr>
              <a:t>起锚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drop/cast anchor </a:t>
            </a:r>
            <a:r>
              <a:rPr lang="zh-CN" altLang="en-US" sz="2400">
                <a:solidFill>
                  <a:schemeClr val="bg1"/>
                </a:solidFill>
              </a:rPr>
              <a:t>停泊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5.ancient adj. </a:t>
            </a:r>
            <a:r>
              <a:rPr lang="zh-CN" altLang="en-US" sz="2400">
                <a:solidFill>
                  <a:schemeClr val="bg1"/>
                </a:solidFill>
              </a:rPr>
              <a:t>古代的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古人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角度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angle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脚踝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ankle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周年纪念日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anniversary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宣布；宣告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announce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老师因为他经常迟到而生气</a:t>
            </a:r>
            <a:r>
              <a:rPr lang="en-US" altLang="zh-CN" sz="2400">
                <a:solidFill>
                  <a:schemeClr val="tx1"/>
                </a:solidFill>
              </a:rPr>
              <a:t>(annoyed) </a:t>
            </a:r>
            <a:r>
              <a:rPr lang="zh-CN" altLang="en-US" sz="2400">
                <a:solidFill>
                  <a:schemeClr val="bg1"/>
                </a:solidFill>
              </a:rPr>
              <a:t>The teacher is annoyed with him at his constantly being late.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年度报告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annual report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12.one after another </a:t>
            </a:r>
            <a:r>
              <a:rPr lang="zh-CN" altLang="en-US" sz="2400">
                <a:solidFill>
                  <a:schemeClr val="bg1"/>
                </a:solidFill>
              </a:rPr>
              <a:t>相继地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one another </a:t>
            </a:r>
            <a:r>
              <a:rPr lang="zh-CN" altLang="en-US" sz="2400">
                <a:solidFill>
                  <a:schemeClr val="bg1"/>
                </a:solidFill>
              </a:rPr>
              <a:t>相互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13.anticipate v. </a:t>
            </a:r>
            <a:r>
              <a:rPr lang="zh-CN" altLang="en-US" sz="2400">
                <a:solidFill>
                  <a:schemeClr val="bg1"/>
                </a:solidFill>
              </a:rPr>
              <a:t>期待；预料</a:t>
            </a:r>
            <a:r>
              <a:rPr lang="en-US" altLang="zh-CN" sz="2400">
                <a:solidFill>
                  <a:schemeClr val="bg1"/>
                </a:solidFill>
              </a:rPr>
              <a:t>择的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5188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4.antique n. </a:t>
            </a:r>
            <a:r>
              <a:rPr lang="zh-CN" altLang="en-US" sz="2400">
                <a:solidFill>
                  <a:schemeClr val="bg1"/>
                </a:solidFill>
              </a:rPr>
              <a:t>古董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古时的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焦虑的；急切地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anxious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16.anything but... </a:t>
            </a:r>
            <a:r>
              <a:rPr lang="zh-CN" altLang="en-US" sz="2400">
                <a:solidFill>
                  <a:schemeClr val="bg1"/>
                </a:solidFill>
              </a:rPr>
              <a:t>一点也不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nothing but </a:t>
            </a:r>
            <a:r>
              <a:rPr lang="zh-CN" altLang="en-US" sz="2400">
                <a:solidFill>
                  <a:schemeClr val="bg1"/>
                </a:solidFill>
              </a:rPr>
              <a:t>只有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17.apart from </a:t>
            </a:r>
            <a:r>
              <a:rPr lang="zh-CN" altLang="en-US" sz="2400">
                <a:solidFill>
                  <a:schemeClr val="bg1"/>
                </a:solidFill>
              </a:rPr>
              <a:t>除了...之外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18.ape n. </a:t>
            </a:r>
            <a:r>
              <a:rPr lang="zh-CN" altLang="en-US" sz="2400">
                <a:solidFill>
                  <a:schemeClr val="bg1"/>
                </a:solidFill>
              </a:rPr>
              <a:t>类人猿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模仿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因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向某人道歉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apologize to sb. for sth.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很显然夏天就要来了</a:t>
            </a:r>
            <a:r>
              <a:rPr lang="en-US" altLang="zh-CN" sz="2400">
                <a:solidFill>
                  <a:schemeClr val="tx1"/>
                </a:solidFill>
              </a:rPr>
              <a:t>(It) </a:t>
            </a:r>
            <a:r>
              <a:rPr lang="zh-CN" altLang="en-US" sz="2400">
                <a:solidFill>
                  <a:schemeClr val="bg1"/>
                </a:solidFill>
              </a:rPr>
              <a:t>It is apparent that summer is approaching.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21.appeal v. </a:t>
            </a:r>
            <a:r>
              <a:rPr lang="zh-CN" altLang="en-US" sz="2400">
                <a:solidFill>
                  <a:schemeClr val="bg1"/>
                </a:solidFill>
              </a:rPr>
              <a:t>呼吁；上诉；吸引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appeal to sb. to do </a:t>
            </a:r>
            <a:r>
              <a:rPr lang="zh-CN" altLang="en-US" sz="2400">
                <a:solidFill>
                  <a:schemeClr val="bg1"/>
                </a:solidFill>
              </a:rPr>
              <a:t>呼吁某人做某事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22.appealing adj. </a:t>
            </a:r>
            <a:r>
              <a:rPr lang="zh-CN" altLang="en-US" sz="2400">
                <a:solidFill>
                  <a:schemeClr val="bg1"/>
                </a:solidFill>
              </a:rPr>
              <a:t>有吸引力的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2024-04-04T07:15:41Z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50F7C7508D5D455F81C52C267A7D56E5_11</vt:lpwstr>
  </property>
</Properties>
</file>