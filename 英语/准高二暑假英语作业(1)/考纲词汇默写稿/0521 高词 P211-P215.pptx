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5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1.heroine n. </a:t>
            </a:r>
            <a:r>
              <a:rPr lang="zh-CN" altLang="en-US" sz="2400">
                <a:solidFill>
                  <a:schemeClr val="bg1"/>
                </a:solidFill>
              </a:rPr>
              <a:t>女英雄；女主角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</a:t>
            </a:r>
            <a:r>
              <a:rPr lang="zh-CN" altLang="en-US" sz="2400">
                <a:solidFill>
                  <a:schemeClr val="tx1"/>
                </a:solidFill>
              </a:rPr>
              <a:t>犹豫；踌躇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hesitate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隐藏；遮掩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hide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突出；使显著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highlight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</a:t>
            </a:r>
            <a:r>
              <a:rPr lang="zh-CN" altLang="en-US" sz="2400">
                <a:solidFill>
                  <a:schemeClr val="tx1"/>
                </a:solidFill>
              </a:rPr>
              <a:t>对</a:t>
            </a:r>
            <a:r>
              <a:rPr lang="en-US" altLang="zh-CN" sz="2400">
                <a:solidFill>
                  <a:schemeClr val="tx1"/>
                </a:solidFill>
              </a:rPr>
              <a:t>...</a:t>
            </a:r>
            <a:r>
              <a:rPr lang="zh-CN" altLang="en-US" sz="2400">
                <a:solidFill>
                  <a:schemeClr val="tx1"/>
                </a:solidFill>
              </a:rPr>
              <a:t>高度评价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speak highly of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6.highway n. </a:t>
            </a:r>
            <a:r>
              <a:rPr lang="zh-CN" altLang="en-US" sz="2400">
                <a:solidFill>
                  <a:schemeClr val="bg1"/>
                </a:solidFill>
              </a:rPr>
              <a:t>公路；交通干线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7.hint n. </a:t>
            </a:r>
            <a:r>
              <a:rPr lang="zh-CN" altLang="en-US" sz="2400">
                <a:solidFill>
                  <a:schemeClr val="bg1"/>
                </a:solidFill>
              </a:rPr>
              <a:t>暗示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租用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hire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9.hit n. </a:t>
            </a:r>
            <a:r>
              <a:rPr lang="zh-CN" altLang="en-US" sz="2400">
                <a:solidFill>
                  <a:schemeClr val="bg1"/>
                </a:solidFill>
              </a:rPr>
              <a:t>轰动一时的人或物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10.hold back </a:t>
            </a:r>
            <a:r>
              <a:rPr lang="zh-CN" altLang="en-US" sz="2400">
                <a:solidFill>
                  <a:schemeClr val="bg1"/>
                </a:solidFill>
              </a:rPr>
              <a:t>隐瞒；抑制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hold on </a:t>
            </a:r>
            <a:r>
              <a:rPr lang="zh-CN" altLang="en-US" sz="2400">
                <a:solidFill>
                  <a:schemeClr val="bg1"/>
                </a:solidFill>
              </a:rPr>
              <a:t>别挂断；坚持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hold up </a:t>
            </a:r>
            <a:r>
              <a:rPr lang="zh-CN" altLang="en-US" sz="2400">
                <a:solidFill>
                  <a:schemeClr val="bg1"/>
                </a:solidFill>
              </a:rPr>
              <a:t>举起；阻碍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</a:t>
            </a:r>
            <a:r>
              <a:rPr lang="zh-CN" altLang="en-US" sz="2400">
                <a:solidFill>
                  <a:schemeClr val="tx1"/>
                </a:solidFill>
              </a:rPr>
              <a:t>洞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hole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12.on holiday </a:t>
            </a:r>
            <a:r>
              <a:rPr lang="zh-CN" altLang="en-US" sz="2400">
                <a:solidFill>
                  <a:schemeClr val="bg1"/>
                </a:solidFill>
              </a:rPr>
              <a:t>在度假；休假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13.hollow adj. </a:t>
            </a:r>
            <a:r>
              <a:rPr lang="zh-CN" altLang="en-US" sz="2400">
                <a:solidFill>
                  <a:schemeClr val="bg1"/>
                </a:solidFill>
              </a:rPr>
              <a:t>虚伪的；空洞的；凹形的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14.holy adj </a:t>
            </a:r>
            <a:r>
              <a:rPr lang="zh-CN" altLang="en-US" sz="2400">
                <a:solidFill>
                  <a:schemeClr val="bg1"/>
                </a:solidFill>
              </a:rPr>
              <a:t>神圣的；虔诚的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15.</a:t>
            </a:r>
            <a:r>
              <a:rPr lang="zh-CN" altLang="en-US" sz="2400">
                <a:solidFill>
                  <a:schemeClr val="tx1"/>
                </a:solidFill>
              </a:rPr>
              <a:t>祖国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homeland</a:t>
            </a: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230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</a:t>
            </a:r>
            <a:r>
              <a:rPr lang="en-US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家乡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hometown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17.</a:t>
            </a:r>
            <a:r>
              <a:rPr lang="zh-CN" altLang="en-US" sz="2400">
                <a:solidFill>
                  <a:schemeClr val="tx1"/>
                </a:solidFill>
              </a:rPr>
              <a:t>诚实；正直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honesty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18.</a:t>
            </a:r>
            <a:r>
              <a:rPr lang="zh-CN" altLang="en-US" sz="2400">
                <a:solidFill>
                  <a:schemeClr val="tx1"/>
                </a:solidFill>
              </a:rPr>
              <a:t>为了纪念无私奉献的驻边士兵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in honour of the selfless soilders who safeguard the border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19.hook n. </a:t>
            </a:r>
            <a:r>
              <a:rPr lang="zh-CN" altLang="en-US" sz="2400">
                <a:solidFill>
                  <a:schemeClr val="bg1"/>
                </a:solidFill>
              </a:rPr>
              <a:t>钩子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</a:t>
            </a:r>
            <a:r>
              <a:rPr lang="zh-CN" altLang="en-US" sz="2400">
                <a:solidFill>
                  <a:schemeClr val="tx1"/>
                </a:solidFill>
              </a:rPr>
              <a:t>地平线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horizon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21.</a:t>
            </a:r>
            <a:r>
              <a:rPr lang="zh-CN" altLang="en-US" sz="2400">
                <a:solidFill>
                  <a:schemeClr val="tx1"/>
                </a:solidFill>
              </a:rPr>
              <a:t>喇叭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horn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22.horrible adj. </a:t>
            </a:r>
            <a:r>
              <a:rPr lang="zh-CN" altLang="en-US" sz="2400">
                <a:solidFill>
                  <a:schemeClr val="bg1"/>
                </a:solidFill>
              </a:rPr>
              <a:t>令人恐惧的</a:t>
            </a:r>
            <a:endParaRPr lang="zh-CN" altLang="en-US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488</Words>
  <Application>WPS 演示</Application>
  <PresentationFormat>宽屏</PresentationFormat>
  <Paragraphs>26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156</cp:revision>
  <dcterms:created xsi:type="dcterms:W3CDTF">2019-06-19T02:08:00Z</dcterms:created>
  <dcterms:modified xsi:type="dcterms:W3CDTF">2024-05-20T02:37:01Z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6E3E5AAE232E4B3DB64563910AB561E1_11</vt:lpwstr>
  </property>
</Properties>
</file>