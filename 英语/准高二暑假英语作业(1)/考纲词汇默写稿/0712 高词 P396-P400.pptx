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en-US" sz="2400">
                <a:solidFill>
                  <a:schemeClr val="tx1"/>
                </a:solidFill>
              </a:rPr>
              <a:t>as soon as </a:t>
            </a:r>
            <a:r>
              <a:rPr lang="zh-CN" altLang="en-US" sz="2400">
                <a:solidFill>
                  <a:schemeClr val="bg1"/>
                </a:solidFill>
              </a:rPr>
              <a:t>一</a:t>
            </a:r>
            <a:r>
              <a:rPr lang="en-US" altLang="zh-CN" sz="2400">
                <a:solidFill>
                  <a:schemeClr val="bg1"/>
                </a:solidFill>
              </a:rPr>
              <a:t>...</a:t>
            </a:r>
            <a:r>
              <a:rPr lang="zh-CN" altLang="en-US" sz="2400">
                <a:solidFill>
                  <a:schemeClr val="bg1"/>
                </a:solidFill>
              </a:rPr>
              <a:t>就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sooner or later </a:t>
            </a:r>
            <a:r>
              <a:rPr lang="zh-CN" altLang="en-US" sz="2400">
                <a:solidFill>
                  <a:schemeClr val="bg1"/>
                </a:solidFill>
              </a:rPr>
              <a:t>迟早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sooner than </a:t>
            </a:r>
            <a:r>
              <a:rPr lang="zh-CN" altLang="en-US" sz="2400">
                <a:solidFill>
                  <a:schemeClr val="bg1"/>
                </a:solidFill>
              </a:rPr>
              <a:t>早于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2.sore adj. </a:t>
            </a:r>
            <a:r>
              <a:rPr lang="zh-CN" altLang="en-US" sz="2400">
                <a:solidFill>
                  <a:schemeClr val="bg1"/>
                </a:solidFill>
              </a:rPr>
              <a:t>痛苦的；痛心的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悲哀；悲痛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sorrow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4.out of sorts </a:t>
            </a:r>
            <a:r>
              <a:rPr lang="zh-CN" altLang="en-US" sz="2400">
                <a:solidFill>
                  <a:schemeClr val="bg1"/>
                </a:solidFill>
              </a:rPr>
              <a:t>不舒服；不高兴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sort of </a:t>
            </a:r>
            <a:r>
              <a:rPr lang="zh-CN" altLang="en-US" sz="2400">
                <a:solidFill>
                  <a:schemeClr val="bg1"/>
                </a:solidFill>
              </a:rPr>
              <a:t>有几分；有一点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sort out </a:t>
            </a:r>
            <a:r>
              <a:rPr lang="zh-CN" altLang="en-US" sz="2400">
                <a:solidFill>
                  <a:schemeClr val="bg1"/>
                </a:solidFill>
              </a:rPr>
              <a:t>整理；分类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灵魂；心灵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soul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6.sour adj. </a:t>
            </a:r>
            <a:r>
              <a:rPr lang="zh-CN" altLang="en-US" sz="2400">
                <a:solidFill>
                  <a:schemeClr val="bg1"/>
                </a:solidFill>
              </a:rPr>
              <a:t>酸的；易怒的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来源；出处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source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纪念品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souvenir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9.sow v. </a:t>
            </a:r>
            <a:r>
              <a:rPr lang="zh-CN" altLang="en-US" sz="2400">
                <a:solidFill>
                  <a:schemeClr val="bg1"/>
                </a:solidFill>
              </a:rPr>
              <a:t>播种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大豆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soybean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宇宙飞船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spacecraft(ship)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12.spade n. </a:t>
            </a:r>
            <a:r>
              <a:rPr lang="zh-CN" altLang="en-US" sz="2400">
                <a:solidFill>
                  <a:schemeClr val="bg1"/>
                </a:solidFill>
              </a:rPr>
              <a:t>铲；锹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空余时间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spare time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>
                <a:solidFill>
                  <a:schemeClr val="tx1"/>
                </a:solidFill>
              </a:rPr>
              <a:t>     spare somebody the trouble </a:t>
            </a:r>
            <a:r>
              <a:rPr lang="zh-CN" altLang="en-US" sz="2400">
                <a:solidFill>
                  <a:schemeClr val="bg1"/>
                </a:solidFill>
              </a:rPr>
              <a:t>不麻烦别人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spare no efforts </a:t>
            </a:r>
            <a:r>
              <a:rPr lang="zh-CN" altLang="en-US" sz="2400">
                <a:solidFill>
                  <a:schemeClr val="bg1"/>
                </a:solidFill>
              </a:rPr>
              <a:t>不遗余力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特殊的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special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专家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specialist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明确的；具体的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specific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17.spectator n. </a:t>
            </a:r>
            <a:r>
              <a:rPr lang="zh-CN" altLang="en-US" sz="2400">
                <a:solidFill>
                  <a:schemeClr val="bg1"/>
                </a:solidFill>
              </a:rPr>
              <a:t>观众；旁观者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18.speed up </a:t>
            </a:r>
            <a:r>
              <a:rPr lang="zh-CN" altLang="en-US" sz="2400">
                <a:solidFill>
                  <a:schemeClr val="bg1"/>
                </a:solidFill>
              </a:rPr>
              <a:t>加速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at full speed </a:t>
            </a:r>
            <a:r>
              <a:rPr lang="zh-CN" altLang="en-US" sz="2400">
                <a:solidFill>
                  <a:schemeClr val="bg1"/>
                </a:solidFill>
              </a:rPr>
              <a:t>以最快速度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蜘蛛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spider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溢出；泼出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spill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21.spin v. </a:t>
            </a:r>
            <a:r>
              <a:rPr lang="zh-CN" altLang="en-US" sz="2400">
                <a:solidFill>
                  <a:schemeClr val="bg1"/>
                </a:solidFill>
              </a:rPr>
              <a:t>纺；结网；编造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22.be down in spirit </a:t>
            </a:r>
            <a:r>
              <a:rPr lang="zh-CN" altLang="en-US" sz="2400">
                <a:solidFill>
                  <a:schemeClr val="bg1"/>
                </a:solidFill>
              </a:rPr>
              <a:t>情绪低落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23.spite n. </a:t>
            </a:r>
            <a:r>
              <a:rPr lang="zh-CN" altLang="en-US" sz="2400">
                <a:solidFill>
                  <a:schemeClr val="bg1"/>
                </a:solidFill>
              </a:rPr>
              <a:t>怨恨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24.splendid adj. </a:t>
            </a:r>
            <a:r>
              <a:rPr lang="zh-CN" altLang="en-US" sz="2400">
                <a:solidFill>
                  <a:schemeClr val="bg1"/>
                </a:solidFill>
              </a:rPr>
              <a:t>壮丽的；辉煌的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</Words>
  <Application>WPS 演示</Application>
  <PresentationFormat>宽屏</PresentationFormat>
  <Paragraphs>33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2024-07-09T11:36:22Z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ACE2909A75284284AED777B742E0FD18_11</vt:lpwstr>
  </property>
</Properties>
</file>