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田野；领域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field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凶猛的；激烈的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fierce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为自由而战斗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fight for liberty/freedom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zh-CN" altLang="en-US" sz="2400">
                <a:solidFill>
                  <a:schemeClr val="tx1"/>
                </a:solidFill>
              </a:rPr>
              <a:t>与癌症作斗争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fight against cancer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4.figure n. </a:t>
            </a:r>
            <a:r>
              <a:rPr lang="en-US" altLang="zh-CN" sz="2400">
                <a:solidFill>
                  <a:schemeClr val="bg1"/>
                </a:solidFill>
              </a:rPr>
              <a:t>数字；轮廓；人物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figure out </a:t>
            </a:r>
            <a:r>
              <a:rPr lang="en-US" altLang="zh-CN" sz="2400">
                <a:solidFill>
                  <a:schemeClr val="bg1"/>
                </a:solidFill>
              </a:rPr>
              <a:t>计算出；解决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5.file n. </a:t>
            </a:r>
            <a:r>
              <a:rPr lang="en-US" altLang="zh-CN" sz="2400">
                <a:solidFill>
                  <a:schemeClr val="bg1"/>
                </a:solidFill>
              </a:rPr>
              <a:t>文件夹；档案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填写表格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fill in the blanks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zh-CN" altLang="en-US" sz="2400">
                <a:solidFill>
                  <a:schemeClr val="tx1"/>
                </a:solidFill>
              </a:rPr>
              <a:t>充斥着喧嚣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be filled with hustle and bustle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最终的目标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final/ultimate goal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由政府提供资金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financed by government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9.fine n. </a:t>
            </a:r>
            <a:r>
              <a:rPr lang="en-US" altLang="zh-CN" sz="2400">
                <a:solidFill>
                  <a:schemeClr val="bg1"/>
                </a:solidFill>
              </a:rPr>
              <a:t>罚款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放火烧这栋旧建筑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set fire to the old building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生火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make a fire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烟花；礼花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fireworks</a:t>
            </a:r>
            <a:endParaRPr lang="en-US" altLang="zh-CN" sz="2400">
              <a:solidFill>
                <a:schemeClr val="bg1"/>
              </a:solidFill>
            </a:endParaRPr>
          </a:p>
          <a:p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2.firm adj. </a:t>
            </a:r>
            <a:r>
              <a:rPr lang="en-US" altLang="zh-CN" sz="2400">
                <a:solidFill>
                  <a:schemeClr val="bg1"/>
                </a:solidFill>
              </a:rPr>
              <a:t>坚定地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公司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渔夫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fisherman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拳头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fist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固定的时间表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fixed schedule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灵光一现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a flash of inspiration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17.flat adj. </a:t>
            </a:r>
            <a:r>
              <a:rPr lang="en-US" altLang="zh-CN" sz="2400">
                <a:solidFill>
                  <a:schemeClr val="bg1"/>
                </a:solidFill>
              </a:rPr>
              <a:t>平坦的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味道；特点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flavor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灵活性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flexibility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洪水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flood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550</Words>
  <Application>WPS 演示</Application>
  <PresentationFormat>宽屏</PresentationFormat>
  <Paragraphs>27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2024-05-11T06:11:39Z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7A7FE9E0B5D3435EBA0A99CAF343D85A_11</vt:lpwstr>
  </property>
</Properties>
</file>