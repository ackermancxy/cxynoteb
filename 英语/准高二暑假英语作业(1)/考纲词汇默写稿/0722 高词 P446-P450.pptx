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台风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typhoon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典型的；有代表性的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typical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3.tyre n. </a:t>
            </a:r>
            <a:r>
              <a:rPr lang="en-US" altLang="zh-CN" sz="2400">
                <a:solidFill>
                  <a:schemeClr val="bg1"/>
                </a:solidFill>
              </a:rPr>
              <a:t>轮胎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伞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umbrella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难以置信的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unbelievable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失去只觉得；未意识到的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unconscious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7.undergo v. </a:t>
            </a:r>
            <a:r>
              <a:rPr lang="en-US" altLang="zh-CN" sz="2400">
                <a:solidFill>
                  <a:schemeClr val="bg1"/>
                </a:solidFill>
              </a:rPr>
              <a:t>经历；经受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在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下划线；强调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underline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理解；懂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understand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10.undertake v. </a:t>
            </a:r>
            <a:r>
              <a:rPr lang="en-US" altLang="zh-CN" sz="2400">
                <a:solidFill>
                  <a:schemeClr val="bg1"/>
                </a:solidFill>
              </a:rPr>
              <a:t>接受；承担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11.undo v. </a:t>
            </a:r>
            <a:r>
              <a:rPr lang="en-US" altLang="zh-CN" sz="2400">
                <a:solidFill>
                  <a:schemeClr val="bg1"/>
                </a:solidFill>
              </a:rPr>
              <a:t>解开；取消；废除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不幸的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unfortunate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制服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uniform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联合；团结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union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独特的；唯一的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unique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联合的；统一的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united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普遍的；全世界的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universal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未知的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unkonwn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起起伏伏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ups and downs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更新；使现代化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update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21.upright adj. </a:t>
            </a:r>
            <a:r>
              <a:rPr lang="en-US" altLang="zh-CN" sz="2400">
                <a:solidFill>
                  <a:schemeClr val="bg1"/>
                </a:solidFill>
              </a:rPr>
              <a:t>挺直的；竖立的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心烦的；沮丧的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upset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催促某人做某事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urge sb. to do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紧迫的；紧要的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urgent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2024-07-20T10:34:14Z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087B98DC10CE4CC8A3FC8218C6848071_11</vt:lpwstr>
  </property>
</Properties>
</file>