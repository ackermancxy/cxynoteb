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en-US" sz="2400">
                <a:solidFill>
                  <a:schemeClr val="tx1"/>
                </a:solidFill>
              </a:rPr>
              <a:t>out of step </a:t>
            </a:r>
            <a:r>
              <a:rPr lang="zh-CN" altLang="en-US" sz="2400">
                <a:solidFill>
                  <a:schemeClr val="bg1"/>
                </a:solidFill>
              </a:rPr>
              <a:t>不和谐；不一致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2.step up </a:t>
            </a:r>
            <a:r>
              <a:rPr lang="zh-CN" altLang="en-US" sz="2400">
                <a:solidFill>
                  <a:schemeClr val="bg1"/>
                </a:solidFill>
              </a:rPr>
              <a:t>增加；加速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3.stick n. </a:t>
            </a:r>
            <a:r>
              <a:rPr lang="zh-CN" altLang="en-US" sz="2400">
                <a:solidFill>
                  <a:schemeClr val="bg1"/>
                </a:solidFill>
              </a:rPr>
              <a:t>枝条；棍棒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4.sticky adj. </a:t>
            </a:r>
            <a:r>
              <a:rPr lang="zh-CN" altLang="en-US" sz="2400">
                <a:solidFill>
                  <a:schemeClr val="bg1"/>
                </a:solidFill>
              </a:rPr>
              <a:t>粘的；粘性的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5.stimulate v. </a:t>
            </a:r>
            <a:r>
              <a:rPr lang="zh-CN" altLang="en-US" sz="2400">
                <a:solidFill>
                  <a:schemeClr val="bg1"/>
                </a:solidFill>
              </a:rPr>
              <a:t>激励；刺激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6.stir v. </a:t>
            </a:r>
            <a:r>
              <a:rPr lang="zh-CN" altLang="en-US" sz="2400">
                <a:solidFill>
                  <a:schemeClr val="bg1"/>
                </a:solidFill>
              </a:rPr>
              <a:t>激起；搅动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7.stock n. </a:t>
            </a:r>
            <a:r>
              <a:rPr lang="zh-CN" altLang="en-US" sz="2400">
                <a:solidFill>
                  <a:schemeClr val="bg1"/>
                </a:solidFill>
              </a:rPr>
              <a:t>树根；库存；股份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胃；腹部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stomach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9.store n. </a:t>
            </a:r>
            <a:r>
              <a:rPr lang="zh-CN" altLang="en-US" sz="2400">
                <a:solidFill>
                  <a:schemeClr val="bg1"/>
                </a:solidFill>
              </a:rPr>
              <a:t>商店；储藏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10.storey n. </a:t>
            </a:r>
            <a:r>
              <a:rPr lang="zh-CN" altLang="en-US" sz="2400">
                <a:solidFill>
                  <a:schemeClr val="bg1"/>
                </a:solidFill>
              </a:rPr>
              <a:t>楼层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11.storm n. </a:t>
            </a:r>
            <a:r>
              <a:rPr lang="zh-CN" altLang="en-US" sz="2400">
                <a:solidFill>
                  <a:schemeClr val="bg1"/>
                </a:solidFill>
              </a:rPr>
              <a:t>暴风雨；暴风雪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12.stove n. </a:t>
            </a:r>
            <a:r>
              <a:rPr lang="zh-CN" altLang="en-US" sz="2400">
                <a:solidFill>
                  <a:schemeClr val="bg1"/>
                </a:solidFill>
              </a:rPr>
              <a:t>炉；加热器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笔直的；直接的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straight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14.straight away </a:t>
            </a:r>
            <a:r>
              <a:rPr lang="zh-CN" altLang="en-US" sz="2400">
                <a:solidFill>
                  <a:schemeClr val="bg1"/>
                </a:solidFill>
              </a:rPr>
              <a:t>立即；马上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15.straightforward adj. </a:t>
            </a:r>
            <a:r>
              <a:rPr lang="zh-CN" altLang="en-US" sz="2400">
                <a:solidFill>
                  <a:schemeClr val="bg1"/>
                </a:solidFill>
              </a:rPr>
              <a:t>直截了当的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海峡；困境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strait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17.strand v. </a:t>
            </a:r>
            <a:r>
              <a:rPr lang="zh-CN" altLang="en-US" sz="2400">
                <a:solidFill>
                  <a:schemeClr val="bg1"/>
                </a:solidFill>
              </a:rPr>
              <a:t>搁浅；处于困境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战略；策略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strategy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19.straw n. </a:t>
            </a:r>
            <a:r>
              <a:rPr lang="zh-CN" altLang="en-US" sz="2400">
                <a:solidFill>
                  <a:schemeClr val="bg1"/>
                </a:solidFill>
              </a:rPr>
              <a:t>稻草；吸管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草莓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strawberry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21.stream n. </a:t>
            </a:r>
            <a:r>
              <a:rPr lang="zh-CN" altLang="en-US" sz="2400">
                <a:solidFill>
                  <a:schemeClr val="bg1"/>
                </a:solidFill>
              </a:rPr>
              <a:t>河流；溪流；趋势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加强；巩固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strengthen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23.stretch v. </a:t>
            </a:r>
            <a:r>
              <a:rPr lang="zh-CN" altLang="en-US" sz="2400">
                <a:solidFill>
                  <a:schemeClr val="bg1"/>
                </a:solidFill>
              </a:rPr>
              <a:t>舒展；伸出；拉直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24.strike n. </a:t>
            </a:r>
            <a:r>
              <a:rPr lang="zh-CN" altLang="en-US" sz="2400">
                <a:solidFill>
                  <a:schemeClr val="bg1"/>
                </a:solidFill>
              </a:rPr>
              <a:t>打击；罢工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25.string n. </a:t>
            </a:r>
            <a:r>
              <a:rPr lang="zh-CN" altLang="en-US" sz="2400">
                <a:solidFill>
                  <a:schemeClr val="bg1"/>
                </a:solidFill>
              </a:rPr>
              <a:t>细绳；线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26.strip n. </a:t>
            </a:r>
            <a:r>
              <a:rPr lang="zh-CN" altLang="en-US" sz="2400">
                <a:solidFill>
                  <a:schemeClr val="bg1"/>
                </a:solidFill>
              </a:rPr>
              <a:t>条；带子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27.strive v. </a:t>
            </a:r>
            <a:r>
              <a:rPr lang="zh-CN" altLang="en-US" sz="2400">
                <a:solidFill>
                  <a:schemeClr val="bg1"/>
                </a:solidFill>
              </a:rPr>
              <a:t>努力；奋斗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28.</a:t>
            </a:r>
            <a:r>
              <a:rPr lang="zh-CN" altLang="en-US" sz="2400">
                <a:solidFill>
                  <a:schemeClr val="tx1"/>
                </a:solidFill>
              </a:rPr>
              <a:t>结构；构造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structure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29.struggle v. </a:t>
            </a:r>
            <a:r>
              <a:rPr lang="zh-CN" altLang="en-US" sz="2400">
                <a:solidFill>
                  <a:schemeClr val="bg1"/>
                </a:solidFill>
              </a:rPr>
              <a:t>斗争；奋斗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30.studio n. </a:t>
            </a:r>
            <a:r>
              <a:rPr lang="zh-CN" altLang="en-US" sz="2400">
                <a:solidFill>
                  <a:schemeClr val="bg1"/>
                </a:solidFill>
              </a:rPr>
              <a:t>工作室；播音室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31.stuff n. </a:t>
            </a:r>
            <a:r>
              <a:rPr lang="zh-CN" altLang="en-US" sz="2400">
                <a:solidFill>
                  <a:schemeClr val="bg1"/>
                </a:solidFill>
              </a:rPr>
              <a:t>原料；材料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</Words>
  <Application>WPS 演示</Application>
  <PresentationFormat>宽屏</PresentationFormat>
  <Paragraphs>33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2024-07-12T12:34:46Z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0509A49932A64F4FB17BE8E0B1ADFCB8_11</vt:lpwstr>
  </property>
</Properties>
</file>