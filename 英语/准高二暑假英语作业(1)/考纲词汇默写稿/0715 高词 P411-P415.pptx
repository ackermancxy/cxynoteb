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愚蠢的；笨的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stupid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2.stylish adj. </a:t>
            </a:r>
            <a:r>
              <a:rPr lang="en-US" altLang="zh-CN" sz="2400">
                <a:solidFill>
                  <a:schemeClr val="bg1"/>
                </a:solidFill>
              </a:rPr>
              <a:t>时髦的；漂亮的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潜意识的；意识不清的</a:t>
            </a:r>
            <a:r>
              <a:rPr lang="en-US" altLang="zh-CN" sz="2400">
                <a:solidFill>
                  <a:schemeClr val="tx1"/>
                </a:solidFill>
              </a:rPr>
              <a:t> adj.</a:t>
            </a:r>
            <a:r>
              <a:rPr lang="en-US" altLang="zh-CN" sz="2400">
                <a:solidFill>
                  <a:schemeClr val="bg1"/>
                </a:solidFill>
              </a:rPr>
              <a:t>subconscious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4.be subject to </a:t>
            </a:r>
            <a:r>
              <a:rPr lang="en-US" altLang="zh-CN" sz="2400">
                <a:solidFill>
                  <a:schemeClr val="bg1"/>
                </a:solidFill>
              </a:rPr>
              <a:t>经受；遭受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5.submit v. </a:t>
            </a:r>
            <a:r>
              <a:rPr lang="en-US" altLang="zh-CN" sz="2400">
                <a:solidFill>
                  <a:schemeClr val="bg1"/>
                </a:solidFill>
              </a:rPr>
              <a:t>提交；屈服；主张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6.subscribe v. </a:t>
            </a:r>
            <a:r>
              <a:rPr lang="en-US" altLang="zh-CN" sz="2400">
                <a:solidFill>
                  <a:schemeClr val="bg1"/>
                </a:solidFill>
              </a:rPr>
              <a:t>捐助；赞助；签署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7.subsequent adj. </a:t>
            </a:r>
            <a:r>
              <a:rPr lang="en-US" altLang="zh-CN" sz="2400">
                <a:solidFill>
                  <a:schemeClr val="bg1"/>
                </a:solidFill>
              </a:rPr>
              <a:t>随后的；继...之后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8.substance n. </a:t>
            </a:r>
            <a:r>
              <a:rPr lang="en-US" altLang="zh-CN" sz="2400">
                <a:solidFill>
                  <a:schemeClr val="bg1"/>
                </a:solidFill>
              </a:rPr>
              <a:t>物质；材料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9.substantial adj. </a:t>
            </a:r>
            <a:r>
              <a:rPr lang="en-US" altLang="zh-CN" sz="2400">
                <a:solidFill>
                  <a:schemeClr val="bg1"/>
                </a:solidFill>
              </a:rPr>
              <a:t>大量的；重大的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10.substitute A for B </a:t>
            </a:r>
            <a:r>
              <a:rPr lang="en-US" altLang="zh-CN" sz="2400">
                <a:solidFill>
                  <a:schemeClr val="bg1"/>
                </a:solidFill>
              </a:rPr>
              <a:t>用B代替A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11.suburb n. </a:t>
            </a:r>
            <a:r>
              <a:rPr lang="en-US" altLang="zh-CN" sz="2400">
                <a:solidFill>
                  <a:schemeClr val="bg1"/>
                </a:solidFill>
              </a:rPr>
              <a:t>市郊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12.succeed v. </a:t>
            </a:r>
            <a:r>
              <a:rPr lang="en-US" altLang="zh-CN" sz="2400">
                <a:solidFill>
                  <a:schemeClr val="bg1"/>
                </a:solidFill>
              </a:rPr>
              <a:t>成功；继承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成功的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successful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14.all of a sudden </a:t>
            </a:r>
            <a:r>
              <a:rPr lang="en-US" altLang="zh-CN" sz="2400">
                <a:solidFill>
                  <a:schemeClr val="bg1"/>
                </a:solidFill>
              </a:rPr>
              <a:t>突然地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15.sufficient adj. </a:t>
            </a:r>
            <a:r>
              <a:rPr lang="en-US" altLang="zh-CN" sz="2400">
                <a:solidFill>
                  <a:schemeClr val="bg1"/>
                </a:solidFill>
              </a:rPr>
              <a:t>充足的；足够的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建议；暗示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suggestion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17.suit n. </a:t>
            </a:r>
            <a:r>
              <a:rPr lang="en-US" altLang="zh-CN" sz="2400">
                <a:solidFill>
                  <a:schemeClr val="bg1"/>
                </a:solidFill>
              </a:rPr>
              <a:t>适合；一套衣服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小提箱；衣箱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suitcase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概括；总结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summarize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日光；阳关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sunlight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日出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sunrise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日落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sunset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23.superb adj. </a:t>
            </a:r>
            <a:r>
              <a:rPr lang="en-US" altLang="zh-CN" sz="2400">
                <a:solidFill>
                  <a:schemeClr val="bg1"/>
                </a:solidFill>
              </a:rPr>
              <a:t>极棒的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上级的；较高的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superior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监督；管理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supervise</a:t>
            </a:r>
            <a:endParaRPr lang="en-US" altLang="zh-CN" sz="2400">
              <a:solidFill>
                <a:schemeClr val="bg1"/>
              </a:solidFill>
            </a:endParaRPr>
          </a:p>
          <a:p>
            <a:endParaRPr lang="en-US" altLang="zh-CN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</Words>
  <Application>WPS 演示</Application>
  <PresentationFormat>宽屏</PresentationFormat>
  <Paragraphs>28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2024-07-13T06:13:30Z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5DCA001AAB2E4AF5B537C9FB87138985_11</vt:lpwstr>
  </property>
</Properties>
</file>