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1.bottom n. </a:t>
            </a:r>
            <a:r>
              <a:rPr lang="zh-CN" altLang="en-US" sz="2400">
                <a:solidFill>
                  <a:schemeClr val="bg1"/>
                </a:solidFill>
              </a:rPr>
              <a:t>底部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2.bounce v./n. </a:t>
            </a:r>
            <a:r>
              <a:rPr lang="zh-CN" altLang="en-US" sz="2400">
                <a:solidFill>
                  <a:schemeClr val="bg1"/>
                </a:solidFill>
              </a:rPr>
              <a:t>弹起；反弹；跳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3.boundary n. </a:t>
            </a:r>
            <a:r>
              <a:rPr lang="zh-CN" altLang="en-US" sz="2400">
                <a:solidFill>
                  <a:schemeClr val="bg1"/>
                </a:solidFill>
              </a:rPr>
              <a:t>边界线；界限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4.boxing n. </a:t>
            </a:r>
            <a:r>
              <a:rPr lang="zh-CN" altLang="en-US" sz="2400">
                <a:solidFill>
                  <a:schemeClr val="bg1"/>
                </a:solidFill>
              </a:rPr>
              <a:t>拳击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5.brake n./v. </a:t>
            </a:r>
            <a:r>
              <a:rPr lang="zh-CN" altLang="en-US" sz="2400">
                <a:solidFill>
                  <a:schemeClr val="bg1"/>
                </a:solidFill>
              </a:rPr>
              <a:t>刹车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6.branch n. </a:t>
            </a:r>
            <a:r>
              <a:rPr lang="zh-CN" altLang="en-US" sz="2400">
                <a:solidFill>
                  <a:schemeClr val="bg1"/>
                </a:solidFill>
              </a:rPr>
              <a:t>分支；分部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商标；牌子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brand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勇敢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bravery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9.break down </a:t>
            </a:r>
            <a:r>
              <a:rPr lang="zh-CN" altLang="en-US" sz="2400">
                <a:solidFill>
                  <a:schemeClr val="bg1"/>
                </a:solidFill>
              </a:rPr>
              <a:t>坏掉；情绪失控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break out </a:t>
            </a:r>
            <a:r>
              <a:rPr lang="zh-CN" altLang="en-US" sz="2400">
                <a:solidFill>
                  <a:schemeClr val="bg1"/>
                </a:solidFill>
              </a:rPr>
              <a:t>爆发；发生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break through </a:t>
            </a:r>
            <a:r>
              <a:rPr lang="zh-CN" altLang="en-US" sz="2400">
                <a:solidFill>
                  <a:schemeClr val="bg1"/>
                </a:solidFill>
              </a:rPr>
              <a:t>冲破；突围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break up </a:t>
            </a:r>
            <a:r>
              <a:rPr lang="zh-CN" altLang="en-US" sz="2400">
                <a:solidFill>
                  <a:schemeClr val="bg1"/>
                </a:solidFill>
              </a:rPr>
              <a:t>打碎；断绝（关系）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屏住呼吸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hold one’s breath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喘不过气来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out of breath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11.breed v. </a:t>
            </a:r>
            <a:r>
              <a:rPr lang="zh-CN" altLang="en-US" sz="2400">
                <a:solidFill>
                  <a:schemeClr val="bg1"/>
                </a:solidFill>
              </a:rPr>
              <a:t>繁殖</a:t>
            </a:r>
            <a:r>
              <a:rPr lang="en-US" altLang="zh-CN" sz="2400">
                <a:solidFill>
                  <a:schemeClr val="tx1"/>
                </a:solidFill>
              </a:rPr>
              <a:t>  n. </a:t>
            </a:r>
            <a:r>
              <a:rPr lang="zh-CN" altLang="en-US" sz="2400">
                <a:solidFill>
                  <a:schemeClr val="bg1"/>
                </a:solidFill>
              </a:rPr>
              <a:t>品种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12.breeze n. </a:t>
            </a:r>
            <a:r>
              <a:rPr lang="zh-CN" altLang="en-US" sz="2400">
                <a:solidFill>
                  <a:schemeClr val="bg1"/>
                </a:solidFill>
              </a:rPr>
              <a:t>微风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13.bribe v. </a:t>
            </a:r>
            <a:r>
              <a:rPr lang="zh-CN" altLang="en-US" sz="2400">
                <a:solidFill>
                  <a:schemeClr val="bg1"/>
                </a:solidFill>
              </a:rPr>
              <a:t>贿赂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新娘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bride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新郎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bridegroom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15.bridge the gap </a:t>
            </a:r>
            <a:r>
              <a:rPr lang="zh-CN" altLang="en-US" sz="2400">
                <a:solidFill>
                  <a:schemeClr val="bg1"/>
                </a:solidFill>
              </a:rPr>
              <a:t>缩小差距；跨越鸿沟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16.brief adj. </a:t>
            </a:r>
            <a:r>
              <a:rPr lang="zh-CN" altLang="en-US" sz="2400">
                <a:solidFill>
                  <a:schemeClr val="bg1"/>
                </a:solidFill>
              </a:rPr>
              <a:t>简短的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        n. </a:t>
            </a:r>
            <a:r>
              <a:rPr lang="zh-CN" altLang="en-US" sz="2400">
                <a:solidFill>
                  <a:schemeClr val="bg1"/>
                </a:solidFill>
              </a:rPr>
              <a:t>概要；摘要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        v. </a:t>
            </a:r>
            <a:r>
              <a:rPr lang="zh-CN" altLang="en-US" sz="2400">
                <a:solidFill>
                  <a:schemeClr val="bg1"/>
                </a:solidFill>
              </a:rPr>
              <a:t>概述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17.brigade n. </a:t>
            </a:r>
            <a:r>
              <a:rPr lang="zh-CN" altLang="en-US" sz="2400">
                <a:solidFill>
                  <a:schemeClr val="bg1"/>
                </a:solidFill>
              </a:rPr>
              <a:t>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18.brilliant adj. </a:t>
            </a:r>
            <a:r>
              <a:rPr lang="zh-CN" altLang="en-US" sz="2400">
                <a:solidFill>
                  <a:schemeClr val="bg1"/>
                </a:solidFill>
              </a:rPr>
              <a:t>灿烂的；才华横溢的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19.bring about </a:t>
            </a:r>
            <a:r>
              <a:rPr lang="zh-CN" altLang="en-US" sz="2400">
                <a:solidFill>
                  <a:schemeClr val="bg1"/>
                </a:solidFill>
              </a:rPr>
              <a:t>引出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bring up </a:t>
            </a:r>
            <a:r>
              <a:rPr lang="zh-CN" altLang="en-US" sz="2400">
                <a:solidFill>
                  <a:schemeClr val="bg1"/>
                </a:solidFill>
              </a:rPr>
              <a:t>提出；养育；呕吐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20.broad adj. </a:t>
            </a:r>
            <a:r>
              <a:rPr lang="zh-CN" altLang="en-US" sz="2400">
                <a:solidFill>
                  <a:schemeClr val="bg1"/>
                </a:solidFill>
              </a:rPr>
              <a:t>宽的；广泛的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21.brochure n. </a:t>
            </a:r>
            <a:r>
              <a:rPr lang="zh-CN" altLang="en-US" sz="2400">
                <a:solidFill>
                  <a:schemeClr val="bg1"/>
                </a:solidFill>
              </a:rPr>
              <a:t>小册子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2024-09-06T06:26:29Z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A138468DECCD44D6B500DA3E5AA123A4_11</vt:lpwstr>
  </property>
</Properties>
</file>