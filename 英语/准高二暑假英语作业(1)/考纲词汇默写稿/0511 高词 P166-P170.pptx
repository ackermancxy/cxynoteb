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1.to some extent=</a:t>
            </a:r>
            <a:r>
              <a:rPr lang="en-US" altLang="zh-CN" sz="2400">
                <a:solidFill>
                  <a:schemeClr val="bg1"/>
                </a:solidFill>
              </a:rPr>
              <a:t>to some degree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外伤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an external wound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3.extinct adj. </a:t>
            </a:r>
            <a:r>
              <a:rPr lang="en-US" altLang="zh-CN" sz="2400">
                <a:solidFill>
                  <a:schemeClr val="bg1"/>
                </a:solidFill>
              </a:rPr>
              <a:t>灭绝的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n. </a:t>
            </a:r>
            <a:r>
              <a:rPr lang="en-US" altLang="zh-CN" sz="2400">
                <a:solidFill>
                  <a:schemeClr val="bg1"/>
                </a:solidFill>
              </a:rPr>
              <a:t>extinction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熄灭；扑灭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extinguish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不平常的；特别的</a:t>
            </a:r>
            <a:r>
              <a:rPr lang="en-US" altLang="zh-CN" sz="2400">
                <a:solidFill>
                  <a:schemeClr val="tx1"/>
                </a:solidFill>
              </a:rPr>
              <a:t> adj </a:t>
            </a:r>
            <a:r>
              <a:rPr lang="en-US" altLang="zh-CN" sz="2400">
                <a:solidFill>
                  <a:schemeClr val="bg1"/>
                </a:solidFill>
              </a:rPr>
              <a:t>extraordinary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极端的观点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extreme opinions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眉毛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eyebrow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视力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eyesight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9.fable n. </a:t>
            </a:r>
            <a:r>
              <a:rPr lang="en-US" altLang="zh-CN" sz="2400">
                <a:solidFill>
                  <a:schemeClr val="bg1"/>
                </a:solidFill>
              </a:rPr>
              <a:t>寓言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10.fabric n. </a:t>
            </a:r>
            <a:r>
              <a:rPr lang="en-US" altLang="zh-CN" sz="2400">
                <a:solidFill>
                  <a:schemeClr val="bg1"/>
                </a:solidFill>
              </a:rPr>
              <a:t>织物；织品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面对面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face to face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在困难面前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in the face of difficulties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勇敢地面对逆境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face up to adversity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促进；使便利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facilitate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 </a:t>
            </a:r>
            <a:r>
              <a:rPr lang="zh-CN" altLang="en-US" sz="2400">
                <a:solidFill>
                  <a:schemeClr val="tx1"/>
                </a:solidFill>
              </a:rPr>
              <a:t>便利；设施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facility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褪色；凋谢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fade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失败；故障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failure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15.faint adj. </a:t>
            </a:r>
            <a:r>
              <a:rPr lang="en-US" altLang="zh-CN" sz="2400">
                <a:solidFill>
                  <a:schemeClr val="bg1"/>
                </a:solidFill>
              </a:rPr>
              <a:t>暗淡的；微弱的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16.fair n. </a:t>
            </a:r>
            <a:r>
              <a:rPr lang="en-US" altLang="zh-CN" sz="2400">
                <a:solidFill>
                  <a:schemeClr val="bg1"/>
                </a:solidFill>
              </a:rPr>
              <a:t>集市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信念；信任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faith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社交媒体上的假新闻传播的很快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Fake news on social media travels very fast.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19.fall v. </a:t>
            </a:r>
            <a:r>
              <a:rPr lang="en-US" altLang="zh-CN" sz="2400">
                <a:solidFill>
                  <a:schemeClr val="bg1"/>
                </a:solidFill>
              </a:rPr>
              <a:t>跌倒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秋天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20.fame n. </a:t>
            </a:r>
            <a:r>
              <a:rPr lang="en-US" altLang="zh-CN" sz="2400">
                <a:solidFill>
                  <a:schemeClr val="bg1"/>
                </a:solidFill>
              </a:rPr>
              <a:t>名声；声望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对古典音乐很熟悉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familiar with classical music.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为西方游客所熟悉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familiar to western tourists.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22.fan n. </a:t>
            </a:r>
            <a:r>
              <a:rPr lang="en-US" altLang="zh-CN" sz="2400">
                <a:solidFill>
                  <a:schemeClr val="bg1"/>
                </a:solidFill>
              </a:rPr>
              <a:t>扇子；迷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23.fancy n. </a:t>
            </a:r>
            <a:r>
              <a:rPr lang="en-US" altLang="zh-CN" sz="2400">
                <a:solidFill>
                  <a:schemeClr val="bg1"/>
                </a:solidFill>
              </a:rPr>
              <a:t>幻想；爱好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2400"/>
              <a:t>1.史前的 </a:t>
            </a:r>
            <a:r>
              <a:rPr lang="en-US" sz="2400"/>
              <a:t>adj. </a:t>
            </a:r>
            <a:r>
              <a:rPr sz="2400">
                <a:solidFill>
                  <a:schemeClr val="bg1"/>
                </a:solidFill>
              </a:rPr>
              <a:t>prehistory</a:t>
            </a:r>
            <a:endParaRPr sz="2400"/>
          </a:p>
          <a:p>
            <a:r>
              <a:rPr sz="2400"/>
              <a:t>2.巨大的 adj. </a:t>
            </a:r>
            <a:r>
              <a:rPr sz="2400">
                <a:solidFill>
                  <a:schemeClr val="bg1"/>
                </a:solidFill>
              </a:rPr>
              <a:t>enormous</a:t>
            </a:r>
            <a:r>
              <a:rPr sz="2400"/>
              <a:t> = </a:t>
            </a:r>
            <a:r>
              <a:rPr sz="2400">
                <a:solidFill>
                  <a:schemeClr val="bg1"/>
                </a:solidFill>
              </a:rPr>
              <a:t>gigantic</a:t>
            </a:r>
            <a:endParaRPr sz="2400"/>
          </a:p>
          <a:p>
            <a:r>
              <a:rPr sz="2400"/>
              <a:t>3.重达；称重 v. </a:t>
            </a:r>
            <a:r>
              <a:rPr sz="2400">
                <a:solidFill>
                  <a:schemeClr val="bg1"/>
                </a:solidFill>
              </a:rPr>
              <a:t>weigh</a:t>
            </a:r>
            <a:endParaRPr sz="2400"/>
          </a:p>
          <a:p>
            <a:r>
              <a:rPr sz="2400"/>
              <a:t>4.在长度上 </a:t>
            </a:r>
            <a:r>
              <a:rPr sz="2400">
                <a:solidFill>
                  <a:schemeClr val="bg1"/>
                </a:solidFill>
              </a:rPr>
              <a:t>in length</a:t>
            </a:r>
            <a:endParaRPr sz="2400"/>
          </a:p>
          <a:p>
            <a:r>
              <a:rPr sz="2400"/>
              <a:t>5.令我印象深刻的是... </a:t>
            </a:r>
            <a:r>
              <a:rPr sz="2400">
                <a:solidFill>
                  <a:schemeClr val="bg1"/>
                </a:solidFill>
              </a:rPr>
              <a:t>what impresses me most is that...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6.起源 n. </a:t>
            </a:r>
            <a:r>
              <a:rPr sz="2400">
                <a:solidFill>
                  <a:schemeClr val="bg1"/>
                </a:solidFill>
              </a:rPr>
              <a:t>origin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7.仍是一个谜 </a:t>
            </a:r>
            <a:r>
              <a:rPr sz="2400">
                <a:solidFill>
                  <a:schemeClr val="bg1"/>
                </a:solidFill>
              </a:rPr>
              <a:t>remain a mystery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8.揭露；揭开 v. </a:t>
            </a:r>
            <a:r>
              <a:rPr sz="2400">
                <a:solidFill>
                  <a:schemeClr val="bg1"/>
                </a:solidFill>
              </a:rPr>
              <a:t>reveal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9.阶段；月亮的盈亏 n. </a:t>
            </a:r>
            <a:r>
              <a:rPr sz="2400">
                <a:solidFill>
                  <a:schemeClr val="bg1"/>
                </a:solidFill>
              </a:rPr>
              <a:t>phase</a:t>
            </a:r>
            <a:endParaRPr sz="2400"/>
          </a:p>
          <a:p>
            <a:r>
              <a:rPr sz="2400"/>
              <a:t>10.墓地 n. </a:t>
            </a:r>
            <a:r>
              <a:rPr sz="2400">
                <a:solidFill>
                  <a:schemeClr val="bg1"/>
                </a:solidFill>
              </a:rPr>
              <a:t>cemetery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11.不可思议的 adj. </a:t>
            </a:r>
            <a:r>
              <a:rPr sz="2400">
                <a:solidFill>
                  <a:schemeClr val="bg1"/>
                </a:solidFill>
              </a:rPr>
              <a:t>incredible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12.参与；涉及 </a:t>
            </a:r>
            <a:r>
              <a:rPr sz="2400">
                <a:solidFill>
                  <a:schemeClr val="bg1"/>
                </a:solidFill>
              </a:rPr>
              <a:t>be involved in...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13.原始的 adj. </a:t>
            </a:r>
            <a:r>
              <a:rPr sz="2400">
                <a:solidFill>
                  <a:schemeClr val="bg1"/>
                </a:solidFill>
              </a:rPr>
              <a:t>primitive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14.日食 n. </a:t>
            </a:r>
            <a:r>
              <a:rPr sz="2400">
                <a:solidFill>
                  <a:schemeClr val="bg1"/>
                </a:solidFill>
              </a:rPr>
              <a:t>eclipses</a:t>
            </a:r>
            <a:endParaRPr sz="2400">
              <a:solidFill>
                <a:schemeClr val="bg1"/>
              </a:solidFill>
            </a:endParaRPr>
          </a:p>
          <a:p>
            <a:r>
              <a:rPr sz="2400"/>
              <a:t>15.从地震中存活 </a:t>
            </a:r>
            <a:r>
              <a:rPr sz="2400">
                <a:solidFill>
                  <a:schemeClr val="bg1"/>
                </a:solidFill>
              </a:rPr>
              <a:t>survive the earthquake</a:t>
            </a:r>
            <a:endParaRPr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</Words>
  <Application>WPS 演示</Application>
  <PresentationFormat>宽屏</PresentationFormat>
  <Paragraphs>46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2024-05-10T23:00:46Z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4D9B3BC14C7743B78A17C28596BE630B_11</vt:lpwstr>
  </property>
</Properties>
</file>