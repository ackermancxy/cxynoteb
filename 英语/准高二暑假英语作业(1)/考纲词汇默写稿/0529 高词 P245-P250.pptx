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笔记本电脑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laptop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2.laser n. </a:t>
            </a:r>
            <a:r>
              <a:rPr lang="en-US" altLang="zh-CN" sz="2400">
                <a:solidFill>
                  <a:schemeClr val="bg1"/>
                </a:solidFill>
              </a:rPr>
              <a:t>激光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熬到深夜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stay up late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4.later on </a:t>
            </a:r>
            <a:r>
              <a:rPr lang="en-US" altLang="zh-CN" sz="2400">
                <a:solidFill>
                  <a:schemeClr val="bg1"/>
                </a:solidFill>
              </a:rPr>
              <a:t>后来；以后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sooner or later </a:t>
            </a:r>
            <a:r>
              <a:rPr lang="en-US" altLang="zh-CN" sz="2400">
                <a:solidFill>
                  <a:schemeClr val="bg1"/>
                </a:solidFill>
              </a:rPr>
              <a:t>迟早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最新的期刊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the latest journal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后者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the latter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笑声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laughter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发射火箭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launch rockets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洗衣店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laundry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10.lavatory n. </a:t>
            </a:r>
            <a:r>
              <a:rPr lang="en-US" altLang="zh-CN" sz="2400">
                <a:solidFill>
                  <a:schemeClr val="bg1"/>
                </a:solidFill>
              </a:rPr>
              <a:t>厕所；盥洗室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11.lawn n. </a:t>
            </a:r>
            <a:r>
              <a:rPr lang="en-US" altLang="zh-CN" sz="2400">
                <a:solidFill>
                  <a:schemeClr val="bg1"/>
                </a:solidFill>
              </a:rPr>
              <a:t>草坪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12.lay off </a:t>
            </a:r>
            <a:r>
              <a:rPr lang="en-US" altLang="zh-CN" sz="2400">
                <a:solidFill>
                  <a:schemeClr val="bg1"/>
                </a:solidFill>
              </a:rPr>
              <a:t>停下休息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13.layer n. </a:t>
            </a:r>
            <a:r>
              <a:rPr lang="en-US" altLang="zh-CN" sz="2400">
                <a:solidFill>
                  <a:schemeClr val="bg1"/>
                </a:solidFill>
              </a:rPr>
              <a:t>层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导致严重的后果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lead to serious consequences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领导力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leadership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/>
              <a:t>16.leaf v. </a:t>
            </a:r>
            <a:r>
              <a:rPr lang="en-US" altLang="zh-CN" sz="2400">
                <a:solidFill>
                  <a:schemeClr val="bg1"/>
                </a:solidFill>
              </a:rPr>
              <a:t>翻书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17.league n. </a:t>
            </a:r>
            <a:r>
              <a:rPr lang="en-US" altLang="zh-CN" sz="2400">
                <a:solidFill>
                  <a:schemeClr val="bg1"/>
                </a:solidFill>
              </a:rPr>
              <a:t>联盟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18.leak v. </a:t>
            </a:r>
            <a:r>
              <a:rPr lang="en-US" altLang="zh-CN" sz="2400">
                <a:solidFill>
                  <a:schemeClr val="bg1"/>
                </a:solidFill>
              </a:rPr>
              <a:t>泄露；透漏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倚靠在墙上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lean against the wall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20.make a leap over the fence </a:t>
            </a:r>
            <a:r>
              <a:rPr lang="en-US" altLang="zh-CN" sz="2400">
                <a:solidFill>
                  <a:schemeClr val="bg1"/>
                </a:solidFill>
              </a:rPr>
              <a:t>跳过围墙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21.learned adj. </a:t>
            </a:r>
            <a:r>
              <a:rPr lang="en-US" altLang="zh-CN" sz="2400">
                <a:solidFill>
                  <a:schemeClr val="bg1"/>
                </a:solidFill>
              </a:rPr>
              <a:t>博学的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22.leather n. </a:t>
            </a:r>
            <a:r>
              <a:rPr lang="en-US" altLang="zh-CN" sz="2400">
                <a:solidFill>
                  <a:schemeClr val="bg1"/>
                </a:solidFill>
              </a:rPr>
              <a:t>皮革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让某人独自待着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leave sb. alone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请假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ask for a leave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讲座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lecture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空闲；闲暇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leisure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1.shareholder </a:t>
            </a:r>
            <a:r>
              <a:rPr lang="zh-CN" altLang="en-US" sz="2400">
                <a:solidFill>
                  <a:schemeClr val="bg1"/>
                </a:solidFill>
              </a:rPr>
              <a:t>股东</a:t>
            </a:r>
            <a:endParaRPr lang="zh-CN" altLang="en-US" sz="2400"/>
          </a:p>
          <a:p>
            <a:r>
              <a:rPr lang="en-US" altLang="zh-CN" sz="2400">
                <a:solidFill>
                  <a:schemeClr val="tx1"/>
                </a:solidFill>
              </a:rPr>
              <a:t>2.asset n. </a:t>
            </a:r>
            <a:r>
              <a:rPr lang="zh-CN" altLang="en-US" sz="2400">
                <a:solidFill>
                  <a:schemeClr val="bg1"/>
                </a:solidFill>
              </a:rPr>
              <a:t>资产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3.balance n. </a:t>
            </a:r>
            <a:r>
              <a:rPr lang="zh-CN" altLang="en-US" sz="2400">
                <a:solidFill>
                  <a:schemeClr val="bg1"/>
                </a:solidFill>
              </a:rPr>
              <a:t>结余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4.visionary adj. </a:t>
            </a:r>
            <a:r>
              <a:rPr lang="zh-CN" altLang="en-US" sz="2400">
                <a:solidFill>
                  <a:schemeClr val="bg1"/>
                </a:solidFill>
              </a:rPr>
              <a:t>有远见的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5.put down </a:t>
            </a:r>
            <a:r>
              <a:rPr lang="zh-CN" altLang="en-US" sz="2400">
                <a:solidFill>
                  <a:schemeClr val="bg1"/>
                </a:solidFill>
              </a:rPr>
              <a:t>镇压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WPS 演示</Application>
  <PresentationFormat>宽屏</PresentationFormat>
  <Paragraphs>36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159</cp:revision>
  <dcterms:created xsi:type="dcterms:W3CDTF">2019-06-19T02:08:00Z</dcterms:created>
  <dcterms:modified xsi:type="dcterms:W3CDTF">2024-05-28T23:07:43Z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B240CB2B70FE4AEEB54C28142BF9778F_11</vt:lpwstr>
  </property>
</Properties>
</file>