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sz="2400">
                <a:solidFill>
                  <a:schemeClr val="tx1"/>
                </a:solidFill>
              </a:rPr>
              <a:t>重复；复述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repeat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用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  <a:r>
              <a:rPr lang="zh-CN" altLang="en-US" sz="2400">
                <a:solidFill>
                  <a:schemeClr val="tx1"/>
                </a:solidFill>
              </a:rPr>
              <a:t>代替</a:t>
            </a:r>
            <a:r>
              <a:rPr lang="en-US" altLang="zh-CN" sz="2400">
                <a:solidFill>
                  <a:schemeClr val="tx1"/>
                </a:solidFill>
              </a:rPr>
              <a:t>B </a:t>
            </a:r>
            <a:r>
              <a:rPr lang="en-US" altLang="zh-CN" sz="2400">
                <a:solidFill>
                  <a:schemeClr val="bg1"/>
                </a:solidFill>
              </a:rPr>
              <a:t>replace B with/by A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回复；答复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reply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代表；代理人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representative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共和国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republic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名誉；名气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reputation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7.request v. </a:t>
            </a:r>
            <a:r>
              <a:rPr lang="en-US" altLang="zh-CN" sz="2400">
                <a:solidFill>
                  <a:schemeClr val="bg1"/>
                </a:solidFill>
              </a:rPr>
              <a:t>要求；请求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需要；要求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requiremnet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营救；救援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rescue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与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相似；像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resemble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预定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reservation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居住；住处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residence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辞职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resign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忍住诱惑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resist the temptation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抵抗的；耐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resistant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决心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resolution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17.resort n. </a:t>
            </a:r>
            <a:r>
              <a:rPr lang="en-US" altLang="zh-CN" sz="2400">
                <a:solidFill>
                  <a:schemeClr val="bg1"/>
                </a:solidFill>
              </a:rPr>
              <a:t>度假胜地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资源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resource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尊重；尊敬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respect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值得尊敬的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respectable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21.respective adj. </a:t>
            </a:r>
            <a:r>
              <a:rPr lang="en-US" altLang="zh-CN" sz="2400">
                <a:solidFill>
                  <a:schemeClr val="bg1"/>
                </a:solidFill>
              </a:rPr>
              <a:t>各自的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22.in all respects </a:t>
            </a:r>
            <a:r>
              <a:rPr lang="en-US" altLang="zh-CN" sz="2400">
                <a:solidFill>
                  <a:schemeClr val="bg1"/>
                </a:solidFill>
              </a:rPr>
              <a:t>在各个方面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in respect of </a:t>
            </a:r>
            <a:r>
              <a:rPr lang="en-US" altLang="zh-CN" sz="2400">
                <a:solidFill>
                  <a:schemeClr val="bg1"/>
                </a:solidFill>
              </a:rPr>
              <a:t>就...而言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without respect to </a:t>
            </a:r>
            <a:r>
              <a:rPr lang="en-US" altLang="zh-CN" sz="2400">
                <a:solidFill>
                  <a:schemeClr val="bg1"/>
                </a:solidFill>
              </a:rPr>
              <a:t>不管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23.in response to </a:t>
            </a:r>
            <a:r>
              <a:rPr lang="en-US" altLang="zh-CN" sz="2400">
                <a:solidFill>
                  <a:schemeClr val="bg1"/>
                </a:solidFill>
              </a:rPr>
              <a:t>作为...的答复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责任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responsibility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25.rest n. </a:t>
            </a:r>
            <a:r>
              <a:rPr lang="en-US" altLang="zh-CN" sz="2400">
                <a:solidFill>
                  <a:schemeClr val="bg1"/>
                </a:solidFill>
              </a:rPr>
              <a:t>休息；剩余部分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26.</a:t>
            </a:r>
            <a:r>
              <a:rPr lang="zh-CN" altLang="en-US" sz="2400">
                <a:solidFill>
                  <a:schemeClr val="tx1"/>
                </a:solidFill>
              </a:rPr>
              <a:t>餐馆；饭店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restaurant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27.</a:t>
            </a:r>
            <a:r>
              <a:rPr lang="zh-CN" altLang="en-US" sz="2400">
                <a:solidFill>
                  <a:schemeClr val="tx1"/>
                </a:solidFill>
              </a:rPr>
              <a:t>焦躁不安的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restless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28.restore v. </a:t>
            </a:r>
            <a:r>
              <a:rPr lang="en-US" altLang="zh-CN" sz="2400">
                <a:solidFill>
                  <a:schemeClr val="bg1"/>
                </a:solidFill>
              </a:rPr>
              <a:t>恢复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29.</a:t>
            </a:r>
            <a:r>
              <a:rPr lang="zh-CN" altLang="en-US" sz="2400">
                <a:solidFill>
                  <a:schemeClr val="tx1"/>
                </a:solidFill>
              </a:rPr>
              <a:t>限制；约束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restrict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30.result from </a:t>
            </a:r>
            <a:r>
              <a:rPr lang="en-US" altLang="zh-CN" sz="2400">
                <a:solidFill>
                  <a:schemeClr val="bg1"/>
                </a:solidFill>
              </a:rPr>
              <a:t>由...导致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result in </a:t>
            </a:r>
            <a:r>
              <a:rPr lang="en-US" altLang="zh-CN" sz="2400">
                <a:solidFill>
                  <a:schemeClr val="bg1"/>
                </a:solidFill>
              </a:rPr>
              <a:t>致使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31.</a:t>
            </a:r>
            <a:r>
              <a:rPr lang="zh-CN" altLang="en-US" sz="2400">
                <a:solidFill>
                  <a:schemeClr val="tx1"/>
                </a:solidFill>
              </a:rPr>
              <a:t>简历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resume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32.</a:t>
            </a:r>
            <a:r>
              <a:rPr lang="zh-CN" altLang="en-US" sz="2400">
                <a:solidFill>
                  <a:schemeClr val="tx1"/>
                </a:solidFill>
              </a:rPr>
              <a:t>退休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retire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WPS 演示</Application>
  <PresentationFormat>宽屏</PresentationFormat>
  <Paragraphs>37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2024-07-03T01:04:02Z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A90E53958A834646A70B91AA58D8BF51_11</vt:lpwstr>
  </property>
</Properties>
</file>