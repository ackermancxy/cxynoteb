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/>
          <p:cNvSpPr txBox="1"/>
          <p:nvPr/>
        </p:nvSpPr>
        <p:spPr>
          <a:xfrm>
            <a:off x="1778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供给；供应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supply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2.in support of </a:t>
            </a:r>
            <a:r>
              <a:rPr lang="en-US" altLang="zh-CN" sz="2400">
                <a:solidFill>
                  <a:schemeClr val="bg1"/>
                </a:solidFill>
              </a:rPr>
              <a:t>支持；拥护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3.make sure </a:t>
            </a:r>
            <a:r>
              <a:rPr lang="en-US" altLang="zh-CN" sz="2400">
                <a:solidFill>
                  <a:schemeClr val="bg1"/>
                </a:solidFill>
              </a:rPr>
              <a:t>确信；把...查明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sure enough </a:t>
            </a:r>
            <a:r>
              <a:rPr lang="en-US" altLang="zh-CN" sz="2400">
                <a:solidFill>
                  <a:schemeClr val="bg1"/>
                </a:solidFill>
              </a:rPr>
              <a:t>果然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</a:t>
            </a:r>
            <a:r>
              <a:rPr lang="zh-CN" altLang="en-US" sz="2400">
                <a:solidFill>
                  <a:schemeClr val="tx1"/>
                </a:solidFill>
              </a:rPr>
              <a:t>表面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surface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</a:t>
            </a:r>
            <a:r>
              <a:rPr lang="zh-CN" altLang="en-US" sz="2400">
                <a:solidFill>
                  <a:schemeClr val="tx1"/>
                </a:solidFill>
              </a:rPr>
              <a:t>外科医生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surgeon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</a:t>
            </a:r>
            <a:r>
              <a:rPr lang="zh-CN" altLang="en-US" sz="2400">
                <a:solidFill>
                  <a:schemeClr val="tx1"/>
                </a:solidFill>
              </a:rPr>
              <a:t>外科手术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surgery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调查；测勘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survey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8.survive the shipwreck </a:t>
            </a:r>
            <a:r>
              <a:rPr lang="en-US" altLang="zh-CN" sz="2400">
                <a:solidFill>
                  <a:schemeClr val="bg1"/>
                </a:solidFill>
              </a:rPr>
              <a:t>从沉船中幸免于死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</a:t>
            </a:r>
            <a:r>
              <a:rPr lang="zh-CN" altLang="en-US" sz="2400">
                <a:solidFill>
                  <a:schemeClr val="tx1"/>
                </a:solidFill>
              </a:rPr>
              <a:t>怀疑；疑心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suspicion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10.suspend v. </a:t>
            </a:r>
            <a:r>
              <a:rPr lang="en-US" altLang="zh-CN" sz="2400">
                <a:solidFill>
                  <a:schemeClr val="bg1"/>
                </a:solidFill>
              </a:rPr>
              <a:t>悬挂；吊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可持续的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sustainable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</a:t>
            </a:r>
            <a:r>
              <a:rPr lang="zh-CN" altLang="en-US" sz="2400">
                <a:solidFill>
                  <a:schemeClr val="tx1"/>
                </a:solidFill>
              </a:rPr>
              <a:t>吞咽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swallow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</a:t>
            </a:r>
            <a:r>
              <a:rPr lang="zh-CN" altLang="en-US" sz="2400">
                <a:solidFill>
                  <a:schemeClr val="tx1"/>
                </a:solidFill>
              </a:rPr>
              <a:t>发誓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swear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汗水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sweat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摆动；秋千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swing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</a:t>
            </a:r>
            <a:r>
              <a:rPr lang="zh-CN" altLang="en-US" sz="2400">
                <a:solidFill>
                  <a:schemeClr val="tx1"/>
                </a:solidFill>
              </a:rPr>
              <a:t>开关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switch</a:t>
            </a:r>
            <a:endParaRPr lang="en-US" altLang="zh-CN" sz="2400">
              <a:solidFill>
                <a:schemeClr val="tx1"/>
              </a:solidFill>
            </a:endParaRPr>
          </a:p>
          <a:p>
            <a:endParaRPr lang="en-US" altLang="zh-CN" sz="2400">
              <a:solidFill>
                <a:schemeClr val="tx1"/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223000" y="93980"/>
            <a:ext cx="591820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</a:t>
            </a:r>
            <a:r>
              <a:rPr lang="en-US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象征；符号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symbol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同情心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sympathy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19.symphony n. </a:t>
            </a:r>
            <a:r>
              <a:rPr lang="en-US" altLang="zh-CN" sz="2400">
                <a:solidFill>
                  <a:schemeClr val="bg1"/>
                </a:solidFill>
              </a:rPr>
              <a:t>交响乐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20.synthetic adj. </a:t>
            </a:r>
            <a:r>
              <a:rPr lang="en-US" altLang="zh-CN" sz="2400">
                <a:solidFill>
                  <a:schemeClr val="bg1"/>
                </a:solidFill>
              </a:rPr>
              <a:t>人造的；合成的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21.</a:t>
            </a:r>
            <a:r>
              <a:rPr lang="zh-CN" altLang="en-US" sz="2400">
                <a:solidFill>
                  <a:schemeClr val="tx1"/>
                </a:solidFill>
              </a:rPr>
              <a:t>症状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symptom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22.</a:t>
            </a:r>
            <a:r>
              <a:rPr lang="zh-CN" altLang="en-US" sz="2400">
                <a:solidFill>
                  <a:schemeClr val="tx1"/>
                </a:solidFill>
              </a:rPr>
              <a:t>系统的</a:t>
            </a:r>
            <a:r>
              <a:rPr lang="en-US" altLang="zh-CN" sz="2400">
                <a:solidFill>
                  <a:schemeClr val="tx1"/>
                </a:solidFill>
              </a:rPr>
              <a:t> adj. </a:t>
            </a:r>
            <a:r>
              <a:rPr lang="en-US" altLang="zh-CN" sz="2400">
                <a:solidFill>
                  <a:schemeClr val="bg1"/>
                </a:solidFill>
              </a:rPr>
              <a:t>systematic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23.tablet n. </a:t>
            </a:r>
            <a:r>
              <a:rPr lang="en-US" altLang="zh-CN" sz="2400">
                <a:solidFill>
                  <a:schemeClr val="bg1"/>
                </a:solidFill>
              </a:rPr>
              <a:t>药片；平板电脑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24.tackle v. </a:t>
            </a:r>
            <a:r>
              <a:rPr lang="en-US" altLang="zh-CN" sz="2400">
                <a:solidFill>
                  <a:schemeClr val="bg1"/>
                </a:solidFill>
              </a:rPr>
              <a:t>处理；对付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467</Words>
  <Application>WPS 演示</Application>
  <PresentationFormat>宽屏</PresentationFormat>
  <Paragraphs>28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156</cp:revision>
  <dcterms:created xsi:type="dcterms:W3CDTF">2019-06-19T02:08:00Z</dcterms:created>
  <dcterms:modified xsi:type="dcterms:W3CDTF">2024-07-13T06:32:38Z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2052-12.1.0.16929</vt:lpwstr>
  </property>
  <property fmtid="{D5CDD505-2E9C-101B-9397-08002B2CF9AE}" pid="3" name="ICV">
    <vt:lpwstr>37C1348984674095A4D7EE487BA7BD65_11</vt:lpwstr>
  </property>
</Properties>
</file>