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西瓜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watermelon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防水的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waterproof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3.all the way </a:t>
            </a:r>
            <a:r>
              <a:rPr lang="en-US" altLang="zh-CN" sz="2400">
                <a:solidFill>
                  <a:schemeClr val="bg1"/>
                </a:solidFill>
              </a:rPr>
              <a:t>一直；完全地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by the way </a:t>
            </a:r>
            <a:r>
              <a:rPr lang="en-US" altLang="zh-CN" sz="2400">
                <a:solidFill>
                  <a:schemeClr val="bg1"/>
                </a:solidFill>
              </a:rPr>
              <a:t>顺便说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feel one’s way </a:t>
            </a:r>
            <a:r>
              <a:rPr lang="en-US" altLang="zh-CN" sz="2400">
                <a:solidFill>
                  <a:schemeClr val="bg1"/>
                </a:solidFill>
              </a:rPr>
              <a:t>摸索着向前走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a way </a:t>
            </a:r>
            <a:r>
              <a:rPr lang="en-US" altLang="zh-CN" sz="2400">
                <a:solidFill>
                  <a:schemeClr val="bg1"/>
                </a:solidFill>
              </a:rPr>
              <a:t>从某种意义上讲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any way </a:t>
            </a:r>
            <a:r>
              <a:rPr lang="en-US" altLang="zh-CN" sz="2400">
                <a:solidFill>
                  <a:schemeClr val="bg1"/>
                </a:solidFill>
              </a:rPr>
              <a:t>在任何方面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no way </a:t>
            </a:r>
            <a:r>
              <a:rPr lang="en-US" altLang="zh-CN" sz="2400">
                <a:solidFill>
                  <a:schemeClr val="bg1"/>
                </a:solidFill>
              </a:rPr>
              <a:t>一点也不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the way </a:t>
            </a:r>
            <a:r>
              <a:rPr lang="en-US" altLang="zh-CN" sz="2400">
                <a:solidFill>
                  <a:schemeClr val="bg1"/>
                </a:solidFill>
              </a:rPr>
              <a:t>妨碍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减弱；削弱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weaken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财富；财产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wealth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武器；兵器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weapon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7.weave v. </a:t>
            </a:r>
            <a:r>
              <a:rPr lang="en-US" altLang="zh-CN" sz="2400">
                <a:solidFill>
                  <a:schemeClr val="bg1"/>
                </a:solidFill>
              </a:rPr>
              <a:t>编织；编造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杂草；野草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weed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9.weep v. </a:t>
            </a:r>
            <a:r>
              <a:rPr lang="en-US" altLang="zh-CN" sz="2400">
                <a:solidFill>
                  <a:schemeClr val="bg1"/>
                </a:solidFill>
              </a:rPr>
              <a:t>哭泣；啜泣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10.weird adj. </a:t>
            </a:r>
            <a:r>
              <a:rPr lang="en-US" altLang="zh-CN" sz="2400">
                <a:solidFill>
                  <a:schemeClr val="bg1"/>
                </a:solidFill>
              </a:rPr>
              <a:t>怪异的；神秘的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福利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welfare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whale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3.wheat n. </a:t>
            </a:r>
            <a:r>
              <a:rPr lang="en-US" altLang="zh-CN" sz="2400">
                <a:solidFill>
                  <a:schemeClr val="bg1"/>
                </a:solidFill>
              </a:rPr>
              <a:t>小麦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车轮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wheel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15.after a while </a:t>
            </a:r>
            <a:r>
              <a:rPr lang="en-US" altLang="zh-CN" sz="2400">
                <a:solidFill>
                  <a:schemeClr val="bg1"/>
                </a:solidFill>
              </a:rPr>
              <a:t>过了一会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once in a while </a:t>
            </a:r>
            <a:r>
              <a:rPr lang="en-US" altLang="zh-CN" sz="2400">
                <a:solidFill>
                  <a:schemeClr val="bg1"/>
                </a:solidFill>
              </a:rPr>
              <a:t>偶尔；间或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鞭子；鞭打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whip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2024-07-20T11:11:00Z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41E930C3B54C4985B7F33588B51E9380_11</vt:lpwstr>
  </property>
</Properties>
</file>