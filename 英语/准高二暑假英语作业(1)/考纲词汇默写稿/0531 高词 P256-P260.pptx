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1.loaf n. </a:t>
            </a:r>
            <a:r>
              <a:rPr lang="zh-CN" altLang="en-US" sz="2400">
                <a:solidFill>
                  <a:schemeClr val="bg1"/>
                </a:solidFill>
              </a:rPr>
              <a:t>一块面包</a:t>
            </a:r>
            <a:endParaRPr lang="zh-CN" altLang="en-US" sz="2400"/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贷款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loan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3.locker n. </a:t>
            </a:r>
            <a:r>
              <a:rPr lang="zh-CN" altLang="en-US" sz="2400">
                <a:solidFill>
                  <a:schemeClr val="bg1"/>
                </a:solidFill>
              </a:rPr>
              <a:t>储物柜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逻辑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logic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孤独；寂寞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loneliness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渴望知识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long for knowledge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7.as long as </a:t>
            </a:r>
            <a:r>
              <a:rPr lang="zh-CN" altLang="en-US" sz="2400">
                <a:solidFill>
                  <a:schemeClr val="bg1"/>
                </a:solidFill>
              </a:rPr>
              <a:t>只要；如果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before long </a:t>
            </a:r>
            <a:r>
              <a:rPr lang="zh-CN" altLang="en-US" sz="2400">
                <a:solidFill>
                  <a:schemeClr val="bg1"/>
                </a:solidFill>
              </a:rPr>
              <a:t>不久以后；很快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no longer </a:t>
            </a:r>
            <a:r>
              <a:rPr lang="zh-CN" altLang="en-US" sz="2400">
                <a:solidFill>
                  <a:schemeClr val="bg1"/>
                </a:solidFill>
              </a:rPr>
              <a:t>不再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长期合同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 long-term contract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9.look after </a:t>
            </a:r>
            <a:r>
              <a:rPr lang="zh-CN" altLang="en-US" sz="2400">
                <a:solidFill>
                  <a:schemeClr val="bg1"/>
                </a:solidFill>
              </a:rPr>
              <a:t>照顾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around </a:t>
            </a:r>
            <a:r>
              <a:rPr lang="zh-CN" altLang="en-US" sz="2400">
                <a:solidFill>
                  <a:schemeClr val="bg1"/>
                </a:solidFill>
              </a:rPr>
              <a:t>环视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back </a:t>
            </a:r>
            <a:r>
              <a:rPr lang="zh-CN" altLang="en-US" sz="2400">
                <a:solidFill>
                  <a:schemeClr val="bg1"/>
                </a:solidFill>
              </a:rPr>
              <a:t>回顾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down on </a:t>
            </a:r>
            <a:r>
              <a:rPr lang="zh-CN" altLang="en-US" sz="2400">
                <a:solidFill>
                  <a:schemeClr val="bg1"/>
                </a:solidFill>
              </a:rPr>
              <a:t>看不起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forward to </a:t>
            </a:r>
            <a:r>
              <a:rPr lang="zh-CN" altLang="en-US" sz="2400">
                <a:solidFill>
                  <a:schemeClr val="bg1"/>
                </a:solidFill>
              </a:rPr>
              <a:t>盼望；期待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into </a:t>
            </a:r>
            <a:r>
              <a:rPr lang="zh-CN" altLang="en-US" sz="2400">
                <a:solidFill>
                  <a:schemeClr val="bg1"/>
                </a:solidFill>
              </a:rPr>
              <a:t>调查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through </a:t>
            </a:r>
            <a:r>
              <a:rPr lang="zh-CN" altLang="en-US" sz="2400">
                <a:solidFill>
                  <a:schemeClr val="bg1"/>
                </a:solidFill>
              </a:rPr>
              <a:t>浏览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look to </a:t>
            </a:r>
            <a:r>
              <a:rPr lang="zh-CN" altLang="en-US" sz="2400">
                <a:solidFill>
                  <a:schemeClr val="bg1"/>
                </a:solidFill>
              </a:rPr>
              <a:t>依赖；指望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en-US" sz="2400"/>
              <a:t>0.loosen v. </a:t>
            </a:r>
            <a:r>
              <a:rPr lang="zh-CN" altLang="en-US" sz="2400">
                <a:solidFill>
                  <a:schemeClr val="bg1"/>
                </a:solidFill>
              </a:rPr>
              <a:t>松开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11.lorry n. </a:t>
            </a:r>
            <a:r>
              <a:rPr lang="zh-CN" altLang="en-US" sz="2400">
                <a:solidFill>
                  <a:schemeClr val="bg1"/>
                </a:solidFill>
              </a:rPr>
              <a:t>卡车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12.at a loss </a:t>
            </a:r>
            <a:r>
              <a:rPr lang="zh-CN" altLang="en-US" sz="2400">
                <a:solidFill>
                  <a:schemeClr val="bg1"/>
                </a:solidFill>
              </a:rPr>
              <a:t>茫然不知所措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13.draw lots </a:t>
            </a:r>
            <a:r>
              <a:rPr lang="zh-CN" altLang="en-US" sz="2400">
                <a:solidFill>
                  <a:schemeClr val="bg1"/>
                </a:solidFill>
              </a:rPr>
              <a:t>抽签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忠诚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loyalty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月球的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lunar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奢侈的；华贵的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luxurious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17.dirve sb. mad </a:t>
            </a:r>
            <a:r>
              <a:rPr lang="zh-CN" altLang="en-US" sz="2400">
                <a:solidFill>
                  <a:schemeClr val="bg1"/>
                </a:solidFill>
              </a:rPr>
              <a:t>使某人发疯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魔法；魔术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magic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2024-05-30T23:02:18Z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B989EAB74B414712B0C314E825FF53AF_11</vt:lpwstr>
  </property>
</Properties>
</file>