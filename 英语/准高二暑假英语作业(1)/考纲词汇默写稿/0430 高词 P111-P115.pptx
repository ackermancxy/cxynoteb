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1.crown n. </a:t>
            </a:r>
            <a:r>
              <a:rPr lang="zh-CN" altLang="en-US" sz="2400">
                <a:solidFill>
                  <a:schemeClr val="bg1"/>
                </a:solidFill>
              </a:rPr>
              <a:t>王冠；王位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2.crucial adj. </a:t>
            </a:r>
            <a:r>
              <a:rPr lang="zh-CN" altLang="en-US" sz="2400">
                <a:solidFill>
                  <a:schemeClr val="bg1"/>
                </a:solidFill>
              </a:rPr>
              <a:t>关键的；重要的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残酷的战争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 cruel war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4.crystal n. </a:t>
            </a:r>
            <a:r>
              <a:rPr lang="zh-CN" altLang="en-US" sz="2400">
                <a:solidFill>
                  <a:schemeClr val="bg1"/>
                </a:solidFill>
              </a:rPr>
              <a:t>水晶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黄瓜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cucumber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烹饪；菜肴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cuisine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耕作；培养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cultivate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8.cupboard n. </a:t>
            </a:r>
            <a:r>
              <a:rPr lang="zh-CN" altLang="en-US" sz="2400">
                <a:solidFill>
                  <a:schemeClr val="bg1"/>
                </a:solidFill>
              </a:rPr>
              <a:t>碗橱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对宇宙感到好奇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be curious about the universe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出于好奇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out of curiousity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10.current adj. </a:t>
            </a:r>
            <a:r>
              <a:rPr lang="zh-CN" altLang="en-US" sz="2400">
                <a:solidFill>
                  <a:schemeClr val="bg1"/>
                </a:solidFill>
              </a:rPr>
              <a:t>现时的；通用的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流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货币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currency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课程</a:t>
            </a:r>
            <a:r>
              <a:rPr lang="en-US" altLang="zh-CN" sz="2400">
                <a:solidFill>
                  <a:schemeClr val="tx1"/>
                </a:solidFill>
              </a:rPr>
              <a:t>(c-) n. </a:t>
            </a:r>
            <a:r>
              <a:rPr lang="zh-CN" altLang="en-US" sz="2400">
                <a:solidFill>
                  <a:schemeClr val="bg1"/>
                </a:solidFill>
              </a:rPr>
              <a:t>curriculum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13.be curtains for sb. </a:t>
            </a:r>
            <a:r>
              <a:rPr lang="zh-CN" altLang="en-US" sz="2400">
                <a:solidFill>
                  <a:schemeClr val="bg1"/>
                </a:solidFill>
              </a:rPr>
              <a:t>绝望的处境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曲线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curve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15.cushion n. </a:t>
            </a:r>
            <a:r>
              <a:rPr lang="zh-CN" altLang="en-US" sz="2400">
                <a:solidFill>
                  <a:schemeClr val="bg1"/>
                </a:solidFill>
              </a:rPr>
              <a:t>垫子；气垫</a:t>
            </a:r>
            <a:endParaRPr lang="zh-CN" altLang="en-US" sz="2400">
              <a:solidFill>
                <a:schemeClr val="bg1"/>
              </a:solidFill>
            </a:endParaRPr>
          </a:p>
          <a:p>
            <a:endParaRPr lang="zh-CN" altLang="en-US" sz="240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16.the Customs </a:t>
            </a:r>
            <a:r>
              <a:rPr lang="zh-CN" altLang="en-US" sz="2400">
                <a:solidFill>
                  <a:schemeClr val="bg1"/>
                </a:solidFill>
              </a:rPr>
              <a:t>海关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17.cut down </a:t>
            </a:r>
            <a:r>
              <a:rPr lang="zh-CN" altLang="en-US" sz="2400">
                <a:solidFill>
                  <a:schemeClr val="bg1"/>
                </a:solidFill>
              </a:rPr>
              <a:t>削减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cut in </a:t>
            </a:r>
            <a:r>
              <a:rPr lang="zh-CN" altLang="en-US" sz="2400">
                <a:solidFill>
                  <a:schemeClr val="bg1"/>
                </a:solidFill>
              </a:rPr>
              <a:t>插嘴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cut off </a:t>
            </a:r>
            <a:r>
              <a:rPr lang="zh-CN" altLang="en-US" sz="2400">
                <a:solidFill>
                  <a:schemeClr val="bg1"/>
                </a:solidFill>
              </a:rPr>
              <a:t>中断通话；使隔绝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cut through </a:t>
            </a:r>
            <a:r>
              <a:rPr lang="zh-CN" altLang="en-US" sz="2400">
                <a:solidFill>
                  <a:schemeClr val="bg1"/>
                </a:solidFill>
              </a:rPr>
              <a:t>抄近路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四季循环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a cycle of the four seasons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19.dairy n. </a:t>
            </a:r>
            <a:r>
              <a:rPr lang="zh-CN" altLang="en-US" sz="2400">
                <a:solidFill>
                  <a:schemeClr val="bg1"/>
                </a:solidFill>
              </a:rPr>
              <a:t>牛奶公司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乳品的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20.dam n. </a:t>
            </a:r>
            <a:r>
              <a:rPr lang="zh-CN" altLang="en-US" sz="2400">
                <a:solidFill>
                  <a:schemeClr val="bg1"/>
                </a:solidFill>
              </a:rPr>
              <a:t>水闸；坝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21.damp adj. </a:t>
            </a:r>
            <a:r>
              <a:rPr lang="zh-CN" altLang="en-US" sz="2400">
                <a:solidFill>
                  <a:schemeClr val="bg1"/>
                </a:solidFill>
              </a:rPr>
              <a:t>潮湿的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damp off </a:t>
            </a:r>
            <a:r>
              <a:rPr lang="zh-CN" altLang="en-US" sz="2400">
                <a:solidFill>
                  <a:schemeClr val="bg1"/>
                </a:solidFill>
              </a:rPr>
              <a:t>溺死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处于危险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in danger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脱险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out of danger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敢做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zh-CN" altLang="en-US" sz="2400">
                <a:solidFill>
                  <a:schemeClr val="bg1"/>
                </a:solidFill>
              </a:rPr>
              <a:t>dare to do sth.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24.dark adj. </a:t>
            </a:r>
            <a:r>
              <a:rPr lang="zh-CN" altLang="en-US" sz="2400">
                <a:solidFill>
                  <a:schemeClr val="bg1"/>
                </a:solidFill>
              </a:rPr>
              <a:t>黑暗的；暗的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25.dash n. </a:t>
            </a:r>
            <a:r>
              <a:rPr lang="zh-CN" altLang="en-US" sz="2400">
                <a:solidFill>
                  <a:schemeClr val="bg1"/>
                </a:solidFill>
              </a:rPr>
              <a:t>短跑；破折号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26.database n. </a:t>
            </a:r>
            <a:r>
              <a:rPr lang="zh-CN" altLang="en-US" sz="2400">
                <a:solidFill>
                  <a:schemeClr val="bg1"/>
                </a:solidFill>
              </a:rPr>
              <a:t>数据库 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645</Words>
  <Application>WPS 演示</Application>
  <PresentationFormat>宽屏</PresentationFormat>
  <Paragraphs>35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2024-04-30T07:19:49Z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01AE7E0D17654D6DB27CDFC13FB58596_11</vt:lpwstr>
  </property>
</Properties>
</file>