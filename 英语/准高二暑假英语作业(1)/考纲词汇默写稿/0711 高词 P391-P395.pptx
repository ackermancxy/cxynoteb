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1.slang n. </a:t>
            </a:r>
            <a:r>
              <a:rPr lang="zh-CN" altLang="en-US" sz="2400">
                <a:solidFill>
                  <a:schemeClr val="bg1"/>
                </a:solidFill>
              </a:rPr>
              <a:t>俚语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奴隶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slave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困倦的；想睡的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sleepy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薄片；部分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slice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5.slide n. </a:t>
            </a:r>
            <a:r>
              <a:rPr lang="zh-CN" altLang="en-US" sz="2400">
                <a:solidFill>
                  <a:schemeClr val="bg1"/>
                </a:solidFill>
              </a:rPr>
              <a:t>滑行；幻灯片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苗条的；不足的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slim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滑的；易滑脱的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slippery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斜坡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slope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9.smash v. </a:t>
            </a:r>
            <a:r>
              <a:rPr lang="zh-CN" altLang="en-US" sz="2400">
                <a:solidFill>
                  <a:schemeClr val="bg1"/>
                </a:solidFill>
              </a:rPr>
              <a:t>粉碎；猛击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难闻的；有臭味的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smelly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烟雾；烟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smoke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平滑的；顺利的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smooth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小吃；点心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snack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snake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打喷嚏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sneeze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肥皂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soap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交际的；社交的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sociable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社会主义者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socialist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软件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software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泥土；土壤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soil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士兵；军人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soilder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固体的；实在的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solid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23.somehow adv. </a:t>
            </a:r>
            <a:r>
              <a:rPr lang="zh-CN" altLang="en-US" sz="2400">
                <a:solidFill>
                  <a:schemeClr val="bg1"/>
                </a:solidFill>
              </a:rPr>
              <a:t>不知怎的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2024-07-09T11:17:39Z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CB308C3586AD40399621373B5B5BAC26_11</vt:lpwstr>
  </property>
</Properties>
</file>