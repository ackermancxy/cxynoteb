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随便翻阅；浏览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browse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预算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budget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3.buffet n. </a:t>
            </a:r>
            <a:r>
              <a:rPr lang="en-US" altLang="zh-CN" sz="2400">
                <a:solidFill>
                  <a:schemeClr val="bg1"/>
                </a:solidFill>
              </a:rPr>
              <a:t>自助餐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4.bullet n. </a:t>
            </a:r>
            <a:r>
              <a:rPr lang="en-US" altLang="zh-CN" sz="2400">
                <a:solidFill>
                  <a:schemeClr val="bg1"/>
                </a:solidFill>
              </a:rPr>
              <a:t>子弹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一束花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 bunch of flowers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6.bump into </a:t>
            </a:r>
            <a:r>
              <a:rPr lang="en-US" altLang="zh-CN" sz="2400">
                <a:solidFill>
                  <a:schemeClr val="bg1"/>
                </a:solidFill>
              </a:rPr>
              <a:t>撞上；碰见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负荷；重负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burden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8.burst into great joy </a:t>
            </a:r>
            <a:r>
              <a:rPr lang="en-US" altLang="zh-CN" sz="2400">
                <a:solidFill>
                  <a:schemeClr val="bg1"/>
                </a:solidFill>
              </a:rPr>
              <a:t>一片欢腾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9.bury oneself in </a:t>
            </a:r>
            <a:r>
              <a:rPr lang="en-US" altLang="zh-CN" sz="2400">
                <a:solidFill>
                  <a:schemeClr val="bg1"/>
                </a:solidFill>
              </a:rPr>
              <a:t>埋头于...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10.bush n. </a:t>
            </a:r>
            <a:r>
              <a:rPr lang="en-US" altLang="zh-CN" sz="2400">
                <a:solidFill>
                  <a:schemeClr val="bg1"/>
                </a:solidFill>
              </a:rPr>
              <a:t>灌木丛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11.butcher n. </a:t>
            </a:r>
            <a:r>
              <a:rPr lang="en-US" altLang="zh-CN" sz="2400">
                <a:solidFill>
                  <a:schemeClr val="bg1"/>
                </a:solidFill>
              </a:rPr>
              <a:t>屠夫；肉食品商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12.button n. </a:t>
            </a:r>
            <a:r>
              <a:rPr lang="en-US" altLang="zh-CN" sz="2400">
                <a:solidFill>
                  <a:schemeClr val="bg1"/>
                </a:solidFill>
              </a:rPr>
              <a:t>纽扣；按钮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卷心菜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cabbage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14.cabin n. </a:t>
            </a:r>
            <a:r>
              <a:rPr lang="en-US" altLang="zh-CN" sz="2400">
                <a:solidFill>
                  <a:schemeClr val="bg1"/>
                </a:solidFill>
              </a:rPr>
              <a:t>小木屋；船舱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缆车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cable car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自助餐厅；食堂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cafeteria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计算；估计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calculate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日历；日程表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calendar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19.call for sth./sb. </a:t>
            </a:r>
            <a:r>
              <a:rPr lang="en-US" altLang="zh-CN" sz="2400">
                <a:solidFill>
                  <a:schemeClr val="bg1"/>
                </a:solidFill>
              </a:rPr>
              <a:t>去接某人；去取某物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call forth </a:t>
            </a:r>
            <a:r>
              <a:rPr lang="en-US" altLang="zh-CN" sz="2400">
                <a:solidFill>
                  <a:schemeClr val="bg1"/>
                </a:solidFill>
              </a:rPr>
              <a:t>引起；使产生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call in on sb. </a:t>
            </a:r>
            <a:r>
              <a:rPr lang="en-US" altLang="zh-CN" sz="2400">
                <a:solidFill>
                  <a:schemeClr val="bg1"/>
                </a:solidFill>
              </a:rPr>
              <a:t>去看望某人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call off </a:t>
            </a:r>
            <a:r>
              <a:rPr lang="en-US" altLang="zh-CN" sz="2400">
                <a:solidFill>
                  <a:schemeClr val="bg1"/>
                </a:solidFill>
              </a:rPr>
              <a:t>取消；叫...走开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call on/upon sb. to do sth. </a:t>
            </a:r>
            <a:r>
              <a:rPr lang="en-US" altLang="zh-CN" sz="2400">
                <a:solidFill>
                  <a:schemeClr val="bg1"/>
                </a:solidFill>
              </a:rPr>
              <a:t>呼吁、号召...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call on sb. </a:t>
            </a:r>
            <a:r>
              <a:rPr lang="en-US" altLang="zh-CN" sz="2400">
                <a:solidFill>
                  <a:schemeClr val="bg1"/>
                </a:solidFill>
              </a:rPr>
              <a:t>拜访某人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书法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calligraphy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卡路里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calorie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骆驼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camel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WPS 演示</Application>
  <PresentationFormat>宽屏</PresentationFormat>
  <Paragraphs>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158</cp:revision>
  <dcterms:created xsi:type="dcterms:W3CDTF">2019-06-19T02:08:00Z</dcterms:created>
  <dcterms:modified xsi:type="dcterms:W3CDTF">2024-09-10T01:11:37Z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F2CC3D856A1743638759B007B5730553_11</vt:lpwstr>
  </property>
</Properties>
</file>