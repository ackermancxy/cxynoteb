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sz="2400">
                <a:solidFill>
                  <a:schemeClr val="tx1"/>
                </a:solidFill>
              </a:rPr>
              <a:t>照相机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camera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2.campaign for the senate </a:t>
            </a:r>
            <a:r>
              <a:rPr lang="en-US" altLang="zh-CN" sz="2400">
                <a:solidFill>
                  <a:schemeClr val="bg1"/>
                </a:solidFill>
              </a:rPr>
              <a:t>参加议员竞选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在校园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on campus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4.canned adj. </a:t>
            </a:r>
            <a:r>
              <a:rPr lang="en-US" altLang="zh-CN" sz="2400">
                <a:solidFill>
                  <a:schemeClr val="bg1"/>
                </a:solidFill>
              </a:rPr>
              <a:t>罐装的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5.canal n. </a:t>
            </a:r>
            <a:r>
              <a:rPr lang="en-US" altLang="zh-CN" sz="2400">
                <a:solidFill>
                  <a:schemeClr val="bg1"/>
                </a:solidFill>
              </a:rPr>
              <a:t>运河；沟渠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取消；删去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cancel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癌症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cancer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候选人；求职者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candidate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点燃的蜡烛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 lighted candle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10.canteen n. </a:t>
            </a:r>
            <a:r>
              <a:rPr lang="en-US" altLang="zh-CN" sz="2400">
                <a:solidFill>
                  <a:schemeClr val="bg1"/>
                </a:solidFill>
              </a:rPr>
              <a:t>小卖部；食堂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11.capability n. </a:t>
            </a:r>
            <a:r>
              <a:rPr lang="en-US" altLang="zh-CN" sz="2400">
                <a:solidFill>
                  <a:schemeClr val="bg1"/>
                </a:solidFill>
              </a:rPr>
              <a:t>能力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12.capacity n. </a:t>
            </a:r>
            <a:r>
              <a:rPr lang="en-US" altLang="zh-CN" sz="2400">
                <a:solidFill>
                  <a:schemeClr val="bg1"/>
                </a:solidFill>
              </a:rPr>
              <a:t>容量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资本主义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capitalism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胶囊；容器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capsule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首领；船长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captain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捕获；俘虏</a:t>
            </a:r>
            <a:r>
              <a:rPr lang="en-US" altLang="zh-CN" sz="2400">
                <a:solidFill>
                  <a:schemeClr val="tx1"/>
                </a:solidFill>
              </a:rPr>
              <a:t> v./n. </a:t>
            </a:r>
            <a:r>
              <a:rPr lang="en-US" altLang="zh-CN" sz="2400">
                <a:solidFill>
                  <a:schemeClr val="bg1"/>
                </a:solidFill>
              </a:rPr>
              <a:t>capture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二氧化碳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carbon dioxide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粗心的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careless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生涯；职业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career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20.cargo n. </a:t>
            </a:r>
            <a:r>
              <a:rPr lang="en-US" altLang="zh-CN" sz="2400">
                <a:solidFill>
                  <a:schemeClr val="bg1"/>
                </a:solidFill>
              </a:rPr>
              <a:t>货物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21.carpenter n. </a:t>
            </a:r>
            <a:r>
              <a:rPr lang="en-US" altLang="zh-CN" sz="2400">
                <a:solidFill>
                  <a:schemeClr val="bg1"/>
                </a:solidFill>
              </a:rPr>
              <a:t>木匠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22.carpet n. </a:t>
            </a:r>
            <a:r>
              <a:rPr lang="en-US" altLang="zh-CN" sz="2400">
                <a:solidFill>
                  <a:schemeClr val="bg1"/>
                </a:solidFill>
              </a:rPr>
              <a:t>地毯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立法人员实行新的法规</a:t>
            </a:r>
            <a:r>
              <a:rPr lang="en-US" altLang="zh-CN" sz="2400">
                <a:solidFill>
                  <a:schemeClr val="tx1"/>
                </a:solidFill>
              </a:rPr>
              <a:t>(carry) </a:t>
            </a:r>
            <a:r>
              <a:rPr lang="en-US" altLang="zh-CN" sz="2400">
                <a:solidFill>
                  <a:schemeClr val="bg1"/>
                </a:solidFill>
              </a:rPr>
              <a:t>the lagislator carry out a new law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动画片；漫画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cartoon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25.carve v. </a:t>
            </a:r>
            <a:r>
              <a:rPr lang="en-US" altLang="zh-CN" sz="2400">
                <a:solidFill>
                  <a:schemeClr val="bg1"/>
                </a:solidFill>
              </a:rPr>
              <a:t>划分；雕刻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26.in any case </a:t>
            </a:r>
            <a:r>
              <a:rPr lang="en-US" altLang="zh-CN" sz="2400">
                <a:solidFill>
                  <a:schemeClr val="bg1"/>
                </a:solidFill>
              </a:rPr>
              <a:t>无论如何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in case </a:t>
            </a:r>
            <a:r>
              <a:rPr lang="en-US" altLang="zh-CN" sz="2400">
                <a:solidFill>
                  <a:schemeClr val="bg1"/>
                </a:solidFill>
              </a:rPr>
              <a:t>以防万一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in no case </a:t>
            </a:r>
            <a:r>
              <a:rPr lang="en-US" altLang="zh-CN" sz="2400">
                <a:solidFill>
                  <a:schemeClr val="bg1"/>
                </a:solidFill>
              </a:rPr>
              <a:t>决不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in the case of  </a:t>
            </a:r>
            <a:r>
              <a:rPr lang="en-US" altLang="zh-CN" sz="2400">
                <a:solidFill>
                  <a:schemeClr val="bg1"/>
                </a:solidFill>
              </a:rPr>
              <a:t>至于... 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27.</a:t>
            </a:r>
            <a:r>
              <a:rPr lang="zh-CN" altLang="en-US" sz="2400">
                <a:solidFill>
                  <a:schemeClr val="tx1"/>
                </a:solidFill>
              </a:rPr>
              <a:t>现金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cash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28.cast light on sth. </a:t>
            </a:r>
            <a:r>
              <a:rPr lang="en-US" altLang="zh-CN" sz="2400">
                <a:solidFill>
                  <a:schemeClr val="bg1"/>
                </a:solidFill>
              </a:rPr>
              <a:t>阐明...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29.</a:t>
            </a:r>
            <a:r>
              <a:rPr lang="zh-CN" altLang="en-US" sz="2400">
                <a:solidFill>
                  <a:schemeClr val="tx1"/>
                </a:solidFill>
              </a:rPr>
              <a:t>城堡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castle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WPS 演示</Application>
  <PresentationFormat>宽屏</PresentationFormat>
  <Paragraphs>34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158</cp:revision>
  <dcterms:created xsi:type="dcterms:W3CDTF">2019-06-19T02:08:00Z</dcterms:created>
  <dcterms:modified xsi:type="dcterms:W3CDTF">2024-09-10T01:14:43Z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5C37C2D150FC4BE7A1F9E14E8710EC62_11</vt:lpwstr>
  </property>
</Properties>
</file>