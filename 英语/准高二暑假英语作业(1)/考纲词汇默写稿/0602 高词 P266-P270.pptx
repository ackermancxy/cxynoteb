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1.mayor n. </a:t>
            </a:r>
            <a:r>
              <a:rPr lang="zh-CN" altLang="en-US" sz="2400">
                <a:solidFill>
                  <a:schemeClr val="bg1"/>
                </a:solidFill>
              </a:rPr>
              <a:t>市长</a:t>
            </a:r>
            <a:endParaRPr lang="zh-CN" altLang="en-US" sz="2400"/>
          </a:p>
          <a:p>
            <a:r>
              <a:rPr lang="en-US" altLang="zh-CN" sz="2400">
                <a:solidFill>
                  <a:schemeClr val="tx1"/>
                </a:solidFill>
              </a:rPr>
              <a:t>2.mean to do sth. </a:t>
            </a:r>
            <a:r>
              <a:rPr lang="zh-CN" altLang="en-US" sz="2400">
                <a:solidFill>
                  <a:schemeClr val="bg1"/>
                </a:solidFill>
              </a:rPr>
              <a:t>打算做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mean doing sth. </a:t>
            </a:r>
            <a:r>
              <a:rPr lang="zh-CN" altLang="en-US" sz="2400">
                <a:solidFill>
                  <a:schemeClr val="bg1"/>
                </a:solidFill>
              </a:rPr>
              <a:t>意味着做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有意义的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meaningful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4.by all means </a:t>
            </a:r>
            <a:r>
              <a:rPr lang="zh-CN" altLang="en-US" sz="2400">
                <a:solidFill>
                  <a:schemeClr val="bg1"/>
                </a:solidFill>
              </a:rPr>
              <a:t>无论如何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by means of </a:t>
            </a:r>
            <a:r>
              <a:rPr lang="zh-CN" altLang="en-US" sz="2400">
                <a:solidFill>
                  <a:schemeClr val="bg1"/>
                </a:solidFill>
              </a:rPr>
              <a:t>凭借；依靠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与此同时</a:t>
            </a:r>
            <a:r>
              <a:rPr lang="en-US" altLang="zh-CN" sz="2400">
                <a:solidFill>
                  <a:schemeClr val="tx1"/>
                </a:solidFill>
              </a:rPr>
              <a:t> adv. </a:t>
            </a:r>
            <a:r>
              <a:rPr lang="zh-CN" altLang="en-US" sz="2400">
                <a:solidFill>
                  <a:schemeClr val="bg1"/>
                </a:solidFill>
              </a:rPr>
              <a:t>meanwhile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测量；衡量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measure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奖牌；纪念章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medal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medicine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新闻媒体；媒介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medium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融化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melt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会员身份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membership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12.memo n. </a:t>
            </a:r>
            <a:r>
              <a:rPr lang="zh-CN" altLang="en-US" sz="2400">
                <a:solidFill>
                  <a:schemeClr val="bg1"/>
                </a:solidFill>
              </a:rPr>
              <a:t>备忘录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13.memorable adj. </a:t>
            </a:r>
            <a:r>
              <a:rPr lang="zh-CN" altLang="en-US" sz="2400">
                <a:solidFill>
                  <a:schemeClr val="bg1"/>
                </a:solidFill>
              </a:rPr>
              <a:t>值得纪念的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纪念碑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memorial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15.mend v. </a:t>
            </a:r>
            <a:r>
              <a:rPr lang="zh-CN" altLang="en-US" sz="2400">
                <a:solidFill>
                  <a:schemeClr val="bg1"/>
                </a:solidFill>
              </a:rPr>
              <a:t>修理；修补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菜单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menu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</a:t>
            </a:r>
            <a:r>
              <a:rPr lang="en-US" sz="2400"/>
              <a:t>7.merchant n. </a:t>
            </a:r>
            <a:r>
              <a:rPr lang="zh-CN" altLang="en-US" sz="2400">
                <a:solidFill>
                  <a:schemeClr val="bg1"/>
                </a:solidFill>
              </a:rPr>
              <a:t>商人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18.mercy n. </a:t>
            </a:r>
            <a:r>
              <a:rPr lang="zh-CN" altLang="en-US" sz="2400">
                <a:solidFill>
                  <a:schemeClr val="bg1"/>
                </a:solidFill>
              </a:rPr>
              <a:t>慈悲；宽容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19.leave sb. a message </a:t>
            </a:r>
            <a:r>
              <a:rPr lang="zh-CN" altLang="en-US" sz="2400">
                <a:solidFill>
                  <a:schemeClr val="bg1"/>
                </a:solidFill>
              </a:rPr>
              <a:t>留个话给...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give sb. a message </a:t>
            </a:r>
            <a:r>
              <a:rPr lang="zh-CN" altLang="en-US" sz="2400">
                <a:solidFill>
                  <a:schemeClr val="bg1"/>
                </a:solidFill>
              </a:rPr>
              <a:t>给某人一个口信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20.midday n. </a:t>
            </a:r>
            <a:r>
              <a:rPr lang="zh-CN" altLang="en-US" sz="2400">
                <a:solidFill>
                  <a:schemeClr val="bg1"/>
                </a:solidFill>
              </a:rPr>
              <a:t>正午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2024-05-31T06:42:06Z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E89F93D4B3724E29A253D31AA98A6CCD_11</vt:lpwstr>
  </property>
</Properties>
</file>