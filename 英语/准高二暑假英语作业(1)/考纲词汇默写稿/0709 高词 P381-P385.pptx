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en-US" sz="2400">
                <a:solidFill>
                  <a:schemeClr val="tx1"/>
                </a:solidFill>
              </a:rPr>
              <a:t>severe adj. </a:t>
            </a:r>
            <a:r>
              <a:rPr lang="zh-CN" altLang="en-US" sz="2400">
                <a:solidFill>
                  <a:schemeClr val="bg1"/>
                </a:solidFill>
              </a:rPr>
              <a:t>严重的；严厉的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缝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sew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阴凉处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shade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影子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shadow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浅的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shallow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令某人羞愧的是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to one’s shame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洗发剂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shampoo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8.share n. </a:t>
            </a:r>
            <a:r>
              <a:rPr lang="zh-CN" altLang="en-US" sz="2400">
                <a:solidFill>
                  <a:schemeClr val="bg1"/>
                </a:solidFill>
              </a:rPr>
              <a:t>一份；股份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锋利的；急转向的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sharp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磨尖；磨快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sharpen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刮；修剪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shave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书架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bookshelf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遮蔽物；庇护所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shelter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轮班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shift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射击；开枪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shoot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岸；滨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shore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17.in short </a:t>
            </a:r>
            <a:r>
              <a:rPr lang="zh-CN" altLang="en-US" sz="2400">
                <a:solidFill>
                  <a:schemeClr val="bg1"/>
                </a:solidFill>
              </a:rPr>
              <a:t>简言之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sz="2400">
                <a:solidFill>
                  <a:schemeClr val="tx1"/>
                </a:solidFill>
              </a:rPr>
              <a:t>不足；缺少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shortage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缺点；短处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shortcoming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捷径；近路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shortcut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21.shorts n. </a:t>
            </a:r>
            <a:r>
              <a:rPr lang="zh-CN" altLang="en-US" sz="2400">
                <a:solidFill>
                  <a:schemeClr val="bg1"/>
                </a:solidFill>
              </a:rPr>
              <a:t>短裤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近视的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shortsighted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肩并肩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shoulder by shoulder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24.show off </a:t>
            </a:r>
            <a:r>
              <a:rPr lang="zh-CN" altLang="en-US" sz="2400">
                <a:solidFill>
                  <a:schemeClr val="bg1"/>
                </a:solidFill>
              </a:rPr>
              <a:t>展览；炫耀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show up </a:t>
            </a:r>
            <a:r>
              <a:rPr lang="zh-CN" altLang="en-US" sz="2400">
                <a:solidFill>
                  <a:schemeClr val="bg1"/>
                </a:solidFill>
              </a:rPr>
              <a:t>揭露；出席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收缩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shrink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2024-07-07T10:37:25Z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B0F88517C9CE4F36B8131B08F72A7308_11</vt:lpwstr>
  </property>
</Properties>
</file>