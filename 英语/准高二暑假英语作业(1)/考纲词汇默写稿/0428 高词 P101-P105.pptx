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当代的；同时代的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contemporary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2.content adj. </a:t>
            </a:r>
            <a:r>
              <a:rPr lang="en-US" altLang="zh-CN" sz="2400">
                <a:solidFill>
                  <a:schemeClr val="bg1"/>
                </a:solidFill>
              </a:rPr>
              <a:t>满足的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3.contest every inch of land </a:t>
            </a:r>
            <a:r>
              <a:rPr lang="en-US" altLang="zh-CN" sz="2400">
                <a:solidFill>
                  <a:schemeClr val="bg1"/>
                </a:solidFill>
              </a:rPr>
              <a:t>寸土必争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4.context n. </a:t>
            </a:r>
            <a:r>
              <a:rPr lang="en-US" altLang="zh-CN" sz="2400">
                <a:solidFill>
                  <a:schemeClr val="bg1"/>
                </a:solidFill>
              </a:rPr>
              <a:t>上下文；语境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大陆；洲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continent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持续性；连续性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continuity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连续不断的</a:t>
            </a:r>
            <a:r>
              <a:rPr lang="en-US" altLang="zh-CN" sz="2400">
                <a:solidFill>
                  <a:schemeClr val="tx1"/>
                </a:solidFill>
              </a:rPr>
              <a:t> adj.</a:t>
            </a:r>
            <a:r>
              <a:rPr lang="en-US" altLang="zh-CN" sz="2400">
                <a:solidFill>
                  <a:schemeClr val="bg1"/>
                </a:solidFill>
              </a:rPr>
              <a:t> continuous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合同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contract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矛盾的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contradictory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9.on the contrary </a:t>
            </a:r>
            <a:r>
              <a:rPr lang="en-US" altLang="zh-CN" sz="2400">
                <a:solidFill>
                  <a:schemeClr val="bg1"/>
                </a:solidFill>
              </a:rPr>
              <a:t>相反地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10.by contrast </a:t>
            </a:r>
            <a:r>
              <a:rPr lang="en-US" altLang="zh-CN" sz="2400">
                <a:solidFill>
                  <a:schemeClr val="bg1"/>
                </a:solidFill>
              </a:rPr>
              <a:t>对比之下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11.have/bring/get ... under control </a:t>
            </a:r>
            <a:r>
              <a:rPr lang="en-US" altLang="zh-CN" sz="2400">
                <a:solidFill>
                  <a:schemeClr val="bg1"/>
                </a:solidFill>
              </a:rPr>
              <a:t>把...控制住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有争议的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controversial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争议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controversy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13.conventional </a:t>
            </a:r>
            <a:r>
              <a:rPr lang="en-US" altLang="zh-CN" sz="2400">
                <a:solidFill>
                  <a:schemeClr val="bg1"/>
                </a:solidFill>
              </a:rPr>
              <a:t>陈旧的；传统的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14.convey sympathy to the old </a:t>
            </a:r>
            <a:r>
              <a:rPr lang="en-US" altLang="zh-CN" sz="2400">
                <a:solidFill>
                  <a:schemeClr val="bg1"/>
                </a:solidFill>
              </a:rPr>
              <a:t>向老人表示同情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说服某人某事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convince sb. of sth.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16.cooker n. </a:t>
            </a:r>
            <a:r>
              <a:rPr lang="en-US" altLang="zh-CN" sz="2400">
                <a:solidFill>
                  <a:schemeClr val="bg1"/>
                </a:solidFill>
              </a:rPr>
              <a:t>炊具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合作；协作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cooperate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en-US" altLang="zh-CN" sz="2400">
                <a:solidFill>
                  <a:schemeClr val="bg1"/>
                </a:solidFill>
              </a:rPr>
              <a:t>cooperation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18.cope with </a:t>
            </a:r>
            <a:r>
              <a:rPr lang="en-US" altLang="zh-CN" sz="2400">
                <a:solidFill>
                  <a:schemeClr val="bg1"/>
                </a:solidFill>
              </a:rPr>
              <a:t>解决；应付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19.copy n. </a:t>
            </a:r>
            <a:r>
              <a:rPr lang="en-US" altLang="zh-CN" sz="2400">
                <a:solidFill>
                  <a:schemeClr val="bg1"/>
                </a:solidFill>
              </a:rPr>
              <a:t>复制品；拷贝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20.core n. </a:t>
            </a:r>
            <a:r>
              <a:rPr lang="en-US" altLang="zh-CN" sz="2400">
                <a:solidFill>
                  <a:schemeClr val="bg1"/>
                </a:solidFill>
              </a:rPr>
              <a:t>果核；核心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核心的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21.corn n. </a:t>
            </a:r>
            <a:r>
              <a:rPr lang="en-US" altLang="zh-CN" sz="2400">
                <a:solidFill>
                  <a:schemeClr val="bg1"/>
                </a:solidFill>
              </a:rPr>
              <a:t>谷物；玉米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22.around the corner </a:t>
            </a:r>
            <a:r>
              <a:rPr lang="en-US" altLang="zh-CN" sz="2400">
                <a:solidFill>
                  <a:schemeClr val="bg1"/>
                </a:solidFill>
              </a:rPr>
              <a:t>临近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at the corner </a:t>
            </a:r>
            <a:r>
              <a:rPr lang="en-US" altLang="zh-CN" sz="2400">
                <a:solidFill>
                  <a:schemeClr val="bg1"/>
                </a:solidFill>
              </a:rPr>
              <a:t>在拐角处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be in a tight corner </a:t>
            </a:r>
            <a:r>
              <a:rPr lang="en-US" altLang="zh-CN" sz="2400">
                <a:solidFill>
                  <a:schemeClr val="bg1"/>
                </a:solidFill>
              </a:rPr>
              <a:t>陷入困境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drive sb. into a corner </a:t>
            </a:r>
            <a:r>
              <a:rPr lang="en-US" altLang="zh-CN" sz="2400">
                <a:solidFill>
                  <a:schemeClr val="bg1"/>
                </a:solidFill>
              </a:rPr>
              <a:t>使陷入困境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23.corporation n. </a:t>
            </a:r>
            <a:r>
              <a:rPr lang="en-US" altLang="zh-CN" sz="2400">
                <a:solidFill>
                  <a:schemeClr val="bg1"/>
                </a:solidFill>
              </a:rPr>
              <a:t>法人团体；公司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24.correspond to </a:t>
            </a:r>
            <a:r>
              <a:rPr lang="en-US" altLang="zh-CN" sz="2400">
                <a:solidFill>
                  <a:schemeClr val="bg1"/>
                </a:solidFill>
              </a:rPr>
              <a:t>与...一致；符合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25.corridor n. </a:t>
            </a:r>
            <a:r>
              <a:rPr lang="en-US" altLang="zh-CN" sz="2400">
                <a:solidFill>
                  <a:schemeClr val="bg1"/>
                </a:solidFill>
              </a:rPr>
              <a:t>走廊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26.cosmetics n. </a:t>
            </a:r>
            <a:r>
              <a:rPr lang="en-US" altLang="zh-CN" sz="2400">
                <a:solidFill>
                  <a:schemeClr val="bg1"/>
                </a:solidFill>
              </a:rPr>
              <a:t>化妆品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WPS 演示</Application>
  <PresentationFormat>宽屏</PresentationFormat>
  <Paragraphs>34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2024-09-12T05:23:02Z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42E7F2D9D7BC4C499665F97A31F9062B_11</vt:lpwstr>
  </property>
</Properties>
</file>