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77800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1.conference n. </a:t>
            </a:r>
            <a:r>
              <a:rPr lang="zh-CN" altLang="en-US" sz="2400">
                <a:solidFill>
                  <a:schemeClr val="bg1"/>
                </a:solidFill>
              </a:rPr>
              <a:t>会议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2.confess v.</a:t>
            </a:r>
            <a:r>
              <a:rPr lang="zh-CN" altLang="en-US" sz="2400">
                <a:solidFill>
                  <a:schemeClr val="bg1"/>
                </a:solidFill>
              </a:rPr>
              <a:t>承认；坦白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n. </a:t>
            </a:r>
            <a:r>
              <a:rPr lang="zh-CN" altLang="en-US" sz="2400">
                <a:solidFill>
                  <a:schemeClr val="bg1"/>
                </a:solidFill>
              </a:rPr>
              <a:t>confession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证实；确认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confirm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利益冲突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conflict of interest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不要将数量与质量混淆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don’t confuse quantity with quality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6.congestion n. </a:t>
            </a:r>
            <a:r>
              <a:rPr lang="zh-CN" altLang="en-US" sz="2400">
                <a:solidFill>
                  <a:schemeClr val="bg1"/>
                </a:solidFill>
              </a:rPr>
              <a:t>拥堵；拥挤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就他被重点大学录取向他表示祝贺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congratulate him on his being admitted to/into the key university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攻克；征服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conquer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9.conscience n. </a:t>
            </a:r>
            <a:r>
              <a:rPr lang="zh-CN" altLang="en-US" sz="2400">
                <a:solidFill>
                  <a:schemeClr val="bg1"/>
                </a:solidFill>
              </a:rPr>
              <a:t>良心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a clear conscience </a:t>
            </a:r>
            <a:r>
              <a:rPr lang="zh-CN" altLang="en-US" sz="2400">
                <a:solidFill>
                  <a:schemeClr val="bg1"/>
                </a:solidFill>
              </a:rPr>
              <a:t>无愧于心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a guilty conscience </a:t>
            </a:r>
            <a:r>
              <a:rPr lang="zh-CN" altLang="en-US" sz="2400">
                <a:solidFill>
                  <a:schemeClr val="bg1"/>
                </a:solidFill>
              </a:rPr>
              <a:t>内疚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知觉；意识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consciousness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后果；重要性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consequence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98565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12.conservation n. </a:t>
            </a:r>
            <a:r>
              <a:rPr lang="zh-CN" altLang="en-US" sz="2400">
                <a:solidFill>
                  <a:schemeClr val="bg1"/>
                </a:solidFill>
              </a:rPr>
              <a:t>保存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13.considerable adj. </a:t>
            </a:r>
            <a:r>
              <a:rPr lang="zh-CN" altLang="en-US" sz="2400">
                <a:solidFill>
                  <a:schemeClr val="bg1"/>
                </a:solidFill>
              </a:rPr>
              <a:t>值得考虑的;相当大的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considerate adj. </a:t>
            </a:r>
            <a:r>
              <a:rPr lang="zh-CN" altLang="en-US" sz="2400">
                <a:solidFill>
                  <a:schemeClr val="bg1"/>
                </a:solidFill>
              </a:rPr>
              <a:t>考虑周全的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</a:t>
            </a:r>
            <a:r>
              <a:rPr lang="zh-CN" altLang="en-US" sz="2400">
                <a:solidFill>
                  <a:schemeClr val="tx1"/>
                </a:solidFill>
              </a:rPr>
              <a:t>考虑做</a:t>
            </a:r>
            <a:r>
              <a:rPr lang="en-US" altLang="zh-CN" sz="2400">
                <a:solidFill>
                  <a:schemeClr val="tx1"/>
                </a:solidFill>
              </a:rPr>
              <a:t>... </a:t>
            </a:r>
            <a:r>
              <a:rPr lang="zh-CN" altLang="en-US" sz="2400">
                <a:solidFill>
                  <a:schemeClr val="bg1"/>
                </a:solidFill>
              </a:rPr>
              <a:t>consider doing...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14.consistent adj. </a:t>
            </a:r>
            <a:r>
              <a:rPr lang="zh-CN" altLang="en-US" sz="2400">
                <a:solidFill>
                  <a:schemeClr val="bg1"/>
                </a:solidFill>
              </a:rPr>
              <a:t>一致的；一贯的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15.constant adj. </a:t>
            </a:r>
            <a:r>
              <a:rPr lang="zh-CN" altLang="en-US" sz="2400">
                <a:solidFill>
                  <a:schemeClr val="bg1"/>
                </a:solidFill>
              </a:rPr>
              <a:t>不断的；连续发生的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16.constitution n. </a:t>
            </a:r>
            <a:r>
              <a:rPr lang="zh-CN" altLang="en-US" sz="2400">
                <a:solidFill>
                  <a:schemeClr val="bg1"/>
                </a:solidFill>
              </a:rPr>
              <a:t>宪法；构成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建设性的；有积极助益的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constructive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18.consultation n. </a:t>
            </a:r>
            <a:r>
              <a:rPr lang="zh-CN" altLang="en-US" sz="2400">
                <a:solidFill>
                  <a:schemeClr val="bg1"/>
                </a:solidFill>
              </a:rPr>
              <a:t>咨询；会诊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19.consume v. </a:t>
            </a:r>
            <a:r>
              <a:rPr lang="zh-CN" altLang="en-US" sz="2400">
                <a:solidFill>
                  <a:schemeClr val="bg1"/>
                </a:solidFill>
              </a:rPr>
              <a:t>消耗；消费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n. </a:t>
            </a:r>
            <a:r>
              <a:rPr lang="zh-CN" altLang="en-US" sz="2400">
                <a:solidFill>
                  <a:schemeClr val="bg1"/>
                </a:solidFill>
              </a:rPr>
              <a:t>consumption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20.be in contact with </a:t>
            </a:r>
            <a:r>
              <a:rPr lang="zh-CN" altLang="en-US" sz="2400">
                <a:solidFill>
                  <a:schemeClr val="bg1"/>
                </a:solidFill>
              </a:rPr>
              <a:t>与...有联系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come into contact with </a:t>
            </a:r>
            <a:r>
              <a:rPr lang="zh-CN" altLang="en-US" sz="2400">
                <a:solidFill>
                  <a:schemeClr val="bg1"/>
                </a:solidFill>
              </a:rPr>
              <a:t>接触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lose contact with </a:t>
            </a:r>
            <a:r>
              <a:rPr lang="zh-CN" altLang="en-US" sz="2400">
                <a:solidFill>
                  <a:schemeClr val="bg1"/>
                </a:solidFill>
              </a:rPr>
              <a:t>失去联系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21.container n. </a:t>
            </a:r>
            <a:r>
              <a:rPr lang="zh-CN" altLang="en-US" sz="2400">
                <a:solidFill>
                  <a:schemeClr val="bg1"/>
                </a:solidFill>
              </a:rPr>
              <a:t>容器；集装箱</a:t>
            </a:r>
            <a:endParaRPr lang="zh-CN" altLang="en-US" sz="240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770</Words>
  <Application>WPS 演示</Application>
  <PresentationFormat>宽屏</PresentationFormat>
  <Paragraphs>31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157</cp:revision>
  <dcterms:created xsi:type="dcterms:W3CDTF">2019-06-19T02:08:00Z</dcterms:created>
  <dcterms:modified xsi:type="dcterms:W3CDTF">2024-09-12T05:20:51Z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2052-12.1.0.17857</vt:lpwstr>
  </property>
  <property fmtid="{D5CDD505-2E9C-101B-9397-08002B2CF9AE}" pid="3" name="ICV">
    <vt:lpwstr>03EAAF73C80C4C6BBAEA271559E6B763_11</vt:lpwstr>
  </property>
</Properties>
</file>