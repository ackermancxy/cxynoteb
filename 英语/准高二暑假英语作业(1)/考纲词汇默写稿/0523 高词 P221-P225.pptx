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激发想象力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spark one’s imagination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2.imitate v. </a:t>
            </a:r>
            <a:r>
              <a:rPr lang="en-US" altLang="zh-CN" sz="2400">
                <a:solidFill>
                  <a:schemeClr val="bg1"/>
                </a:solidFill>
              </a:rPr>
              <a:t>模仿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立即的；直接的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immediate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不耐烦的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impatient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5.impersonal remarks </a:t>
            </a:r>
            <a:r>
              <a:rPr lang="en-US" altLang="zh-CN" sz="2400">
                <a:solidFill>
                  <a:schemeClr val="bg1"/>
                </a:solidFill>
              </a:rPr>
              <a:t>不针对个人的评论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6.implement v. </a:t>
            </a:r>
            <a:r>
              <a:rPr lang="en-US" altLang="zh-CN" sz="2400">
                <a:solidFill>
                  <a:schemeClr val="bg1"/>
                </a:solidFill>
              </a:rPr>
              <a:t>实施；执行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含义；暗示</a:t>
            </a:r>
            <a:r>
              <a:rPr lang="en-US" altLang="zh-CN" sz="2400">
                <a:solidFill>
                  <a:schemeClr val="tx1"/>
                </a:solidFill>
              </a:rPr>
              <a:t> n.</a:t>
            </a:r>
            <a:r>
              <a:rPr lang="en-US" altLang="zh-CN" sz="2400">
                <a:solidFill>
                  <a:schemeClr val="bg1"/>
                </a:solidFill>
              </a:rPr>
              <a:t> implication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v. </a:t>
            </a:r>
            <a:r>
              <a:rPr lang="en-US" altLang="zh-CN" sz="2400">
                <a:solidFill>
                  <a:schemeClr val="bg1"/>
                </a:solidFill>
              </a:rPr>
              <a:t>imply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对进口货物征税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impose tax on imported goods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9.imposing adj. </a:t>
            </a:r>
            <a:r>
              <a:rPr lang="en-US" altLang="zh-CN" sz="2400">
                <a:solidFill>
                  <a:schemeClr val="bg1"/>
                </a:solidFill>
              </a:rPr>
              <a:t>壮观的；不凡的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使我印象深刻的是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en-US" altLang="zh-CN" sz="2400">
                <a:solidFill>
                  <a:schemeClr val="bg1"/>
                </a:solidFill>
              </a:rPr>
              <a:t>what impresses me most is that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11.inch n. </a:t>
            </a:r>
            <a:r>
              <a:rPr lang="en-US" altLang="zh-CN" sz="2400">
                <a:solidFill>
                  <a:schemeClr val="bg1"/>
                </a:solidFill>
              </a:rPr>
              <a:t>英寸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收入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income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难以置信的；不可思议的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incredible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14.indeed adv. </a:t>
            </a:r>
            <a:r>
              <a:rPr lang="en-US" altLang="zh-CN" sz="2400">
                <a:solidFill>
                  <a:schemeClr val="bg1"/>
                </a:solidFill>
              </a:rPr>
              <a:t>确实；真正地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独立；自主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independence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个人；个体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individual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工业化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industrialization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不可避免的；必然发生的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inevitable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WPS 演示</Application>
  <PresentationFormat>宽屏</PresentationFormat>
  <Paragraphs>21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2024-05-22T08:19:16Z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BB5C01AD4D6F410583100C48F548CADE_11</vt:lpwstr>
  </property>
</Properties>
</file>