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昵称；绰号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nickname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2.newcomer n. </a:t>
            </a:r>
            <a:r>
              <a:rPr lang="en-US" altLang="zh-CN" sz="2400">
                <a:solidFill>
                  <a:schemeClr val="bg1"/>
                </a:solidFill>
              </a:rPr>
              <a:t>新来的人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3.no longer </a:t>
            </a:r>
            <a:r>
              <a:rPr lang="en-US" altLang="zh-CN" sz="2400">
                <a:solidFill>
                  <a:schemeClr val="bg1"/>
                </a:solidFill>
              </a:rPr>
              <a:t>不再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no sooner </a:t>
            </a:r>
            <a:r>
              <a:rPr lang="en-US" altLang="zh-CN" sz="2400">
                <a:solidFill>
                  <a:schemeClr val="bg1"/>
                </a:solidFill>
              </a:rPr>
              <a:t>刚；马上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高贵的；高尚的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noble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嘈杂的；喧闹的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noisy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6.second to none </a:t>
            </a:r>
            <a:r>
              <a:rPr lang="en-US" altLang="zh-CN" sz="2400">
                <a:solidFill>
                  <a:schemeClr val="bg1"/>
                </a:solidFill>
              </a:rPr>
              <a:t>最好的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面条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noodle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8.normal adj. </a:t>
            </a:r>
            <a:r>
              <a:rPr lang="en-US" altLang="zh-CN" sz="2400">
                <a:solidFill>
                  <a:schemeClr val="bg1"/>
                </a:solidFill>
              </a:rPr>
              <a:t>正常的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9.note v. </a:t>
            </a:r>
            <a:r>
              <a:rPr lang="en-US" altLang="zh-CN" sz="2400">
                <a:solidFill>
                  <a:schemeClr val="bg1"/>
                </a:solidFill>
              </a:rPr>
              <a:t>记录；注意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10.bring sth. to one’s notice </a:t>
            </a:r>
            <a:r>
              <a:rPr lang="en-US" altLang="zh-CN" sz="2400">
                <a:solidFill>
                  <a:schemeClr val="bg1"/>
                </a:solidFill>
              </a:rPr>
              <a:t>让某人知道某事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come to one’s notice </a:t>
            </a:r>
            <a:r>
              <a:rPr lang="en-US" altLang="zh-CN" sz="2400">
                <a:solidFill>
                  <a:schemeClr val="bg1"/>
                </a:solidFill>
              </a:rPr>
              <a:t>引起某人注意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take notice of sth. </a:t>
            </a:r>
            <a:r>
              <a:rPr lang="en-US" altLang="zh-CN" sz="2400">
                <a:solidFill>
                  <a:schemeClr val="bg1"/>
                </a:solidFill>
              </a:rPr>
              <a:t>留心；注意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11.novel adj. </a:t>
            </a:r>
            <a:r>
              <a:rPr lang="en-US" altLang="zh-CN" sz="2400">
                <a:solidFill>
                  <a:schemeClr val="bg1"/>
                </a:solidFill>
              </a:rPr>
              <a:t>新颖的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12.now that </a:t>
            </a:r>
            <a:r>
              <a:rPr lang="en-US" altLang="zh-CN" sz="2400">
                <a:solidFill>
                  <a:schemeClr val="bg1"/>
                </a:solidFill>
              </a:rPr>
              <a:t>既然；由于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核能的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nuclear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4.numerous adj. </a:t>
            </a:r>
            <a:r>
              <a:rPr lang="en-US" altLang="zh-CN" sz="2400">
                <a:solidFill>
                  <a:schemeClr val="bg1"/>
                </a:solidFill>
              </a:rPr>
              <a:t>许多的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15.nursery n. </a:t>
            </a:r>
            <a:r>
              <a:rPr lang="en-US" altLang="zh-CN" sz="2400">
                <a:solidFill>
                  <a:schemeClr val="bg1"/>
                </a:solidFill>
              </a:rPr>
              <a:t>托儿所；苗圃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WPS 演示</Application>
  <PresentationFormat>宽屏</PresentationFormat>
  <Paragraphs>20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2024-06-04T08:13:35Z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0085C2B114FB4D89A7ACA7335484A5A3_11</vt:lpwstr>
  </property>
</Properties>
</file>