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马戏团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circus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2.cite v. </a:t>
            </a:r>
            <a:r>
              <a:rPr lang="en-US" altLang="zh-CN" sz="2400">
                <a:solidFill>
                  <a:schemeClr val="bg1"/>
                </a:solidFill>
              </a:rPr>
              <a:t>引用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公民的；国内的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civil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文明；教养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civilization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5.claim v. </a:t>
            </a:r>
            <a:r>
              <a:rPr lang="en-US" altLang="zh-CN" sz="2400">
                <a:solidFill>
                  <a:schemeClr val="bg1"/>
                </a:solidFill>
              </a:rPr>
              <a:t>声称；提出要求；主张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据称</a:t>
            </a:r>
            <a:r>
              <a:rPr lang="en-US" altLang="zh-CN" sz="2400">
                <a:solidFill>
                  <a:schemeClr val="tx1"/>
                </a:solidFill>
              </a:rPr>
              <a:t>... </a:t>
            </a:r>
            <a:r>
              <a:rPr lang="en-US" altLang="zh-CN" sz="2400">
                <a:solidFill>
                  <a:schemeClr val="bg1"/>
                </a:solidFill>
              </a:rPr>
              <a:t>it is claimed that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澄清我的立场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clarify my position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文学著作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literature classic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8.classify v. </a:t>
            </a:r>
            <a:r>
              <a:rPr lang="en-US" altLang="zh-CN" sz="2400">
                <a:solidFill>
                  <a:schemeClr val="bg1"/>
                </a:solidFill>
              </a:rPr>
              <a:t>把...分类（分级）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9.clay n. </a:t>
            </a:r>
            <a:r>
              <a:rPr lang="en-US" altLang="zh-CN" sz="2400">
                <a:solidFill>
                  <a:schemeClr val="bg1"/>
                </a:solidFill>
              </a:rPr>
              <a:t>黏土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10.clear up </a:t>
            </a:r>
            <a:r>
              <a:rPr lang="en-US" altLang="zh-CN" sz="2400">
                <a:solidFill>
                  <a:schemeClr val="bg1"/>
                </a:solidFill>
              </a:rPr>
              <a:t>清理；澄清；天气放晴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11.click v./n. </a:t>
            </a:r>
            <a:r>
              <a:rPr lang="en-US" altLang="zh-CN" sz="2400">
                <a:solidFill>
                  <a:schemeClr val="bg1"/>
                </a:solidFill>
              </a:rPr>
              <a:t>喀嚓声；点击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悬崖；峭壁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cliff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社会风气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social climate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诊所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clinic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15.clone v. </a:t>
            </a:r>
            <a:r>
              <a:rPr lang="en-US" altLang="zh-CN" sz="2400">
                <a:solidFill>
                  <a:schemeClr val="bg1"/>
                </a:solidFill>
              </a:rPr>
              <a:t>克隆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6.the mirror was clouded by the steam </a:t>
            </a:r>
            <a:r>
              <a:rPr lang="en-US" altLang="zh-CN" sz="2400">
                <a:solidFill>
                  <a:schemeClr val="bg1"/>
                </a:solidFill>
              </a:rPr>
              <a:t>水蒸气使镜子变得模糊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17.clue n. </a:t>
            </a:r>
            <a:r>
              <a:rPr lang="en-US" altLang="zh-CN" sz="2400">
                <a:solidFill>
                  <a:schemeClr val="bg1"/>
                </a:solidFill>
              </a:rPr>
              <a:t>线索；提示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18.coach n. </a:t>
            </a:r>
            <a:r>
              <a:rPr lang="en-US" altLang="zh-CN" sz="2400">
                <a:solidFill>
                  <a:schemeClr val="bg1"/>
                </a:solidFill>
              </a:rPr>
              <a:t>教练；车厢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海滨地区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coastal area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20.coin a new word </a:t>
            </a:r>
            <a:r>
              <a:rPr lang="en-US" altLang="zh-CN" sz="2400">
                <a:solidFill>
                  <a:schemeClr val="bg1"/>
                </a:solidFill>
              </a:rPr>
              <a:t>杜撰一个词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巧合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coincidence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WPS 演示</Application>
  <PresentationFormat>宽屏</PresentationFormat>
  <Paragraphs>24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2024-04-23T23:09:14Z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E18755282D57406C8200DF83C6D576C3_11</vt:lpwstr>
  </property>
</Properties>
</file>