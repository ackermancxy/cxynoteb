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1.host country </a:t>
            </a:r>
            <a:r>
              <a:rPr lang="zh-CN" altLang="en-US" sz="2400">
                <a:solidFill>
                  <a:schemeClr val="bg1"/>
                </a:solidFill>
              </a:rPr>
              <a:t>主办国；东道主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2.hostage n. </a:t>
            </a:r>
            <a:r>
              <a:rPr lang="zh-CN" altLang="en-US" sz="2400">
                <a:solidFill>
                  <a:schemeClr val="bg1"/>
                </a:solidFill>
              </a:rPr>
              <a:t>人质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3.household n. </a:t>
            </a:r>
            <a:r>
              <a:rPr lang="zh-CN" altLang="en-US" sz="2400">
                <a:solidFill>
                  <a:schemeClr val="bg1"/>
                </a:solidFill>
              </a:rPr>
              <a:t>家庭；户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拥抱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hug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人性；人道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humanity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谦恭的；卑贱的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humble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幽默的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humorous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死于饥饿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die form/of hunger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搜寻犯罪嫌疑人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hunt for criminals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10.hurricane n. </a:t>
            </a:r>
            <a:r>
              <a:rPr lang="zh-CN" altLang="en-US" sz="2400">
                <a:solidFill>
                  <a:schemeClr val="bg1"/>
                </a:solidFill>
              </a:rPr>
              <a:t>飓风；暴风雨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11.hut n. </a:t>
            </a:r>
            <a:r>
              <a:rPr lang="zh-CN" altLang="en-US" sz="2400">
                <a:solidFill>
                  <a:schemeClr val="bg1"/>
                </a:solidFill>
              </a:rPr>
              <a:t>小屋；棚屋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12.ideal adj. </a:t>
            </a:r>
            <a:r>
              <a:rPr lang="zh-CN" altLang="en-US" sz="2400">
                <a:solidFill>
                  <a:schemeClr val="bg1"/>
                </a:solidFill>
              </a:rPr>
              <a:t>理想的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13.identical adj. </a:t>
            </a:r>
            <a:r>
              <a:rPr lang="zh-CN" altLang="en-US" sz="2400">
                <a:solidFill>
                  <a:schemeClr val="bg1"/>
                </a:solidFill>
              </a:rPr>
              <a:t>相同的；同一的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认出；鉴定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identify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15.idiom n. </a:t>
            </a:r>
            <a:r>
              <a:rPr lang="zh-CN" altLang="en-US" sz="2400">
                <a:solidFill>
                  <a:schemeClr val="bg1"/>
                </a:solidFill>
              </a:rPr>
              <a:t>习语；成语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无知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ignorance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非法的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illegal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8.illustrate v. </a:t>
            </a:r>
            <a:r>
              <a:rPr lang="zh-CN" altLang="en-US" sz="2400">
                <a:solidFill>
                  <a:schemeClr val="bg1"/>
                </a:solidFill>
              </a:rPr>
              <a:t>显示；说明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WPS 演示</Application>
  <PresentationFormat>宽屏</PresentationFormat>
  <Paragraphs>20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157</cp:revision>
  <dcterms:created xsi:type="dcterms:W3CDTF">2019-06-19T02:08:00Z</dcterms:created>
  <dcterms:modified xsi:type="dcterms:W3CDTF">2024-09-27T02:18:17Z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2052-12.1.0.18276</vt:lpwstr>
  </property>
  <property fmtid="{D5CDD505-2E9C-101B-9397-08002B2CF9AE}" pid="3" name="ICV">
    <vt:lpwstr>D41B599F0F094C38826B5EF864593BE0_11</vt:lpwstr>
  </property>
</Properties>
</file>