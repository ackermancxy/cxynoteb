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1.by comparison </a:t>
            </a:r>
            <a:r>
              <a:rPr lang="zh-CN" altLang="en-US" sz="2400">
                <a:solidFill>
                  <a:schemeClr val="bg1"/>
                </a:solidFill>
              </a:rPr>
              <a:t>相比较起来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有竞争力的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competitive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向某人抱怨某事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complain to sb. about/of sth.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抱怨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complaint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5.a complete rest </a:t>
            </a:r>
            <a:r>
              <a:rPr lang="zh-CN" altLang="en-US" sz="2400">
                <a:solidFill>
                  <a:schemeClr val="bg1"/>
                </a:solidFill>
              </a:rPr>
              <a:t>彻底休息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6.complicated adj. </a:t>
            </a:r>
            <a:r>
              <a:rPr lang="zh-CN" altLang="en-US" sz="2400">
                <a:solidFill>
                  <a:schemeClr val="bg1"/>
                </a:solidFill>
              </a:rPr>
              <a:t>复杂的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赞美；恭维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compliment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组成部分；成分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component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9.compose v. </a:t>
            </a:r>
            <a:r>
              <a:rPr lang="zh-CN" altLang="en-US" sz="2400">
                <a:solidFill>
                  <a:schemeClr val="bg1"/>
                </a:solidFill>
              </a:rPr>
              <a:t>组成；作曲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be composed of= </a:t>
            </a:r>
            <a:r>
              <a:rPr lang="zh-CN" altLang="en-US" sz="2400">
                <a:solidFill>
                  <a:schemeClr val="bg1"/>
                </a:solidFill>
              </a:rPr>
              <a:t>be made up of</a:t>
            </a:r>
            <a:r>
              <a:rPr lang="en-US" altLang="zh-CN" sz="2400">
                <a:solidFill>
                  <a:schemeClr val="tx1"/>
                </a:solidFill>
              </a:rPr>
              <a:t>= </a:t>
            </a:r>
            <a:r>
              <a:rPr lang="zh-CN" altLang="en-US" sz="2400">
                <a:solidFill>
                  <a:schemeClr val="bg1"/>
                </a:solidFill>
              </a:rPr>
              <a:t>consist of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作文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composition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11.compound n. </a:t>
            </a:r>
            <a:r>
              <a:rPr lang="zh-CN" altLang="en-US" sz="2400">
                <a:solidFill>
                  <a:schemeClr val="bg1"/>
                </a:solidFill>
              </a:rPr>
              <a:t>复合物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广泛的；综合的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comprehensive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13.comprise v. </a:t>
            </a:r>
            <a:r>
              <a:rPr lang="zh-CN" altLang="en-US" sz="2400">
                <a:solidFill>
                  <a:schemeClr val="bg1"/>
                </a:solidFill>
              </a:rPr>
              <a:t>包括；构成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义务的；强制的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compulsory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0933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对警察隐瞒事情的真相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conceal the truth from the police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概念；观念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concept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17.concern: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就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而言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as far as ... is concerned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忙于某事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concern oneself in/about/with sth.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音乐会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concert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19.concrete adj. </a:t>
            </a:r>
            <a:r>
              <a:rPr lang="zh-CN" altLang="en-US" sz="2400">
                <a:solidFill>
                  <a:schemeClr val="bg1"/>
                </a:solidFill>
              </a:rPr>
              <a:t>具体的；实在的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混凝土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20.on condition that </a:t>
            </a:r>
            <a:r>
              <a:rPr lang="zh-CN" altLang="en-US" sz="2400">
                <a:solidFill>
                  <a:schemeClr val="bg1"/>
                </a:solidFill>
              </a:rPr>
              <a:t>如果；在...条件之下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on this condition </a:t>
            </a:r>
            <a:r>
              <a:rPr lang="zh-CN" altLang="en-US" sz="2400">
                <a:solidFill>
                  <a:schemeClr val="bg1"/>
                </a:solidFill>
              </a:rPr>
              <a:t>在这种情况下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21.conduct v. </a:t>
            </a:r>
            <a:r>
              <a:rPr lang="zh-CN" altLang="en-US" sz="2400">
                <a:solidFill>
                  <a:schemeClr val="bg1"/>
                </a:solidFill>
              </a:rPr>
              <a:t>指挥；管理；进行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举止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</Words>
  <Application>WPS 演示</Application>
  <PresentationFormat>宽屏</PresentationFormat>
  <Paragraphs>27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2024-04-26T06:18:42Z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6389C4D008FC4D1C974CDB1FC2063DA8_11</vt:lpwstr>
  </property>
</Properties>
</file>