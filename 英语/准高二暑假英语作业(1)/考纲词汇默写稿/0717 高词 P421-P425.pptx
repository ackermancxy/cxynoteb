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1.tag n. </a:t>
            </a:r>
            <a:r>
              <a:rPr lang="zh-CN" altLang="en-US" sz="2400">
                <a:solidFill>
                  <a:schemeClr val="bg1"/>
                </a:solidFill>
              </a:rPr>
              <a:t>标签；标牌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尾巴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tail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剪裁；裁制</a:t>
            </a:r>
            <a:r>
              <a:rPr lang="en-US" altLang="zh-CN" sz="2400">
                <a:solidFill>
                  <a:schemeClr val="tx1"/>
                </a:solidFill>
              </a:rPr>
              <a:t> v.</a:t>
            </a:r>
            <a:r>
              <a:rPr lang="zh-CN" altLang="en-US" sz="2400">
                <a:solidFill>
                  <a:schemeClr val="bg1"/>
                </a:solidFill>
              </a:rPr>
              <a:t> tailor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4.take advantage of </a:t>
            </a:r>
            <a:r>
              <a:rPr lang="zh-CN" altLang="en-US" sz="2400">
                <a:solidFill>
                  <a:schemeClr val="bg1"/>
                </a:solidFill>
              </a:rPr>
              <a:t>利用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take a step </a:t>
            </a:r>
            <a:r>
              <a:rPr lang="zh-CN" altLang="en-US" sz="2400">
                <a:solidFill>
                  <a:schemeClr val="bg1"/>
                </a:solidFill>
              </a:rPr>
              <a:t>采取措施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take charge of </a:t>
            </a:r>
            <a:r>
              <a:rPr lang="zh-CN" altLang="en-US" sz="2400">
                <a:solidFill>
                  <a:schemeClr val="bg1"/>
                </a:solidFill>
              </a:rPr>
              <a:t>掌管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take for </a:t>
            </a:r>
            <a:r>
              <a:rPr lang="zh-CN" altLang="en-US" sz="2400">
                <a:solidFill>
                  <a:schemeClr val="bg1"/>
                </a:solidFill>
              </a:rPr>
              <a:t>把...看作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take in</a:t>
            </a:r>
            <a:r>
              <a:rPr lang="zh-CN" altLang="en-US" sz="2400">
                <a:solidFill>
                  <a:schemeClr val="bg1"/>
                </a:solidFill>
              </a:rPr>
              <a:t> 接纳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take off </a:t>
            </a:r>
            <a:r>
              <a:rPr lang="zh-CN" altLang="en-US" sz="2400">
                <a:solidFill>
                  <a:schemeClr val="bg1"/>
                </a:solidFill>
              </a:rPr>
              <a:t>脱下；起飞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take over </a:t>
            </a:r>
            <a:r>
              <a:rPr lang="zh-CN" altLang="en-US" sz="2400">
                <a:solidFill>
                  <a:schemeClr val="bg1"/>
                </a:solidFill>
              </a:rPr>
              <a:t>接收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take place </a:t>
            </a:r>
            <a:r>
              <a:rPr lang="zh-CN" altLang="en-US" sz="2400">
                <a:solidFill>
                  <a:schemeClr val="bg1"/>
                </a:solidFill>
              </a:rPr>
              <a:t>发生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take the place of </a:t>
            </a:r>
            <a:r>
              <a:rPr lang="zh-CN" altLang="en-US" sz="2400">
                <a:solidFill>
                  <a:schemeClr val="bg1"/>
                </a:solidFill>
              </a:rPr>
              <a:t>代替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take up </a:t>
            </a:r>
            <a:r>
              <a:rPr lang="zh-CN" altLang="en-US" sz="2400">
                <a:solidFill>
                  <a:schemeClr val="bg1"/>
                </a:solidFill>
              </a:rPr>
              <a:t>占据；开始从事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5.tale n. </a:t>
            </a:r>
            <a:r>
              <a:rPr lang="zh-CN" altLang="en-US" sz="2400">
                <a:solidFill>
                  <a:schemeClr val="bg1"/>
                </a:solidFill>
              </a:rPr>
              <a:t>故事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天才；才干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zh-CN" altLang="en-US" sz="2400">
                <a:solidFill>
                  <a:schemeClr val="bg1"/>
                </a:solidFill>
              </a:rPr>
              <a:t> talent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7.tame adj. </a:t>
            </a:r>
            <a:r>
              <a:rPr lang="zh-CN" altLang="en-US" sz="2400">
                <a:solidFill>
                  <a:schemeClr val="bg1"/>
                </a:solidFill>
              </a:rPr>
              <a:t>驯服的；温顺的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8.teapot n. </a:t>
            </a:r>
            <a:r>
              <a:rPr lang="zh-CN" altLang="en-US" sz="2400">
                <a:solidFill>
                  <a:schemeClr val="bg1"/>
                </a:solidFill>
              </a:rPr>
              <a:t>茶壶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撕裂；撕开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tear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0.</a:t>
            </a:r>
            <a:r>
              <a:rPr lang="zh-CN" altLang="en-US" sz="2400">
                <a:solidFill>
                  <a:schemeClr val="tx1"/>
                </a:solidFill>
              </a:rPr>
              <a:t>技术员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technician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技术；技巧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technique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电报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telegram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望远镜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telescope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电视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television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将</a:t>
            </a:r>
            <a:r>
              <a:rPr lang="en-US" altLang="zh-CN" sz="2400">
                <a:solidFill>
                  <a:schemeClr val="tx1"/>
                </a:solidFill>
              </a:rPr>
              <a:t>A</a:t>
            </a:r>
            <a:r>
              <a:rPr lang="zh-CN" altLang="en-US" sz="2400">
                <a:solidFill>
                  <a:schemeClr val="tx1"/>
                </a:solidFill>
              </a:rPr>
              <a:t>从</a:t>
            </a:r>
            <a:r>
              <a:rPr lang="en-US" altLang="zh-CN" sz="2400">
                <a:solidFill>
                  <a:schemeClr val="tx1"/>
                </a:solidFill>
              </a:rPr>
              <a:t>B</a:t>
            </a:r>
            <a:r>
              <a:rPr lang="zh-CN" altLang="en-US" sz="2400">
                <a:solidFill>
                  <a:schemeClr val="tx1"/>
                </a:solidFill>
              </a:rPr>
              <a:t>区分开来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tell A from B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心情；脾气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temper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温度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temperature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寺庙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temple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暂时的；临时的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temporary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引诱某人做某事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tempt sb. to do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21.tend v. </a:t>
            </a:r>
            <a:r>
              <a:rPr lang="zh-CN" altLang="en-US" sz="2400">
                <a:solidFill>
                  <a:schemeClr val="bg1"/>
                </a:solidFill>
              </a:rPr>
              <a:t>倾向；照顾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WPS 演示</Application>
  <PresentationFormat>宽屏</PresentationFormat>
  <Paragraphs>32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2024-10-22T01:09:48Z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2399DBB8DFCF48EFB0B5C798483D3783_11</vt:lpwstr>
  </property>
</Properties>
</file>