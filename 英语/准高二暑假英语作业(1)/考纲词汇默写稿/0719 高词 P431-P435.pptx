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千</a:t>
            </a:r>
            <a:r>
              <a:rPr lang="en-US" altLang="zh-CN" sz="2400">
                <a:solidFill>
                  <a:schemeClr val="tx1"/>
                </a:solidFill>
              </a:rPr>
              <a:t> num. </a:t>
            </a:r>
            <a:r>
              <a:rPr lang="en-US" altLang="zh-CN" sz="2400">
                <a:solidFill>
                  <a:schemeClr val="bg1"/>
                </a:solidFill>
              </a:rPr>
              <a:t>thousand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2.thread v. </a:t>
            </a:r>
            <a:r>
              <a:rPr lang="en-US" altLang="zh-CN" sz="2400">
                <a:solidFill>
                  <a:schemeClr val="bg1"/>
                </a:solidFill>
              </a:rPr>
              <a:t>穿线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威胁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threaten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咽喉；喉咙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throat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遍及；贯穿</a:t>
            </a:r>
            <a:r>
              <a:rPr lang="en-US" altLang="zh-CN" sz="2400">
                <a:solidFill>
                  <a:schemeClr val="tx1"/>
                </a:solidFill>
              </a:rPr>
              <a:t> prep. </a:t>
            </a:r>
            <a:r>
              <a:rPr lang="en-US" altLang="zh-CN" sz="2400">
                <a:solidFill>
                  <a:schemeClr val="bg1"/>
                </a:solidFill>
              </a:rPr>
              <a:t>throughout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投掷；抛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throw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7.within a stone’s throw </a:t>
            </a:r>
            <a:r>
              <a:rPr lang="en-US" altLang="zh-CN" sz="2400">
                <a:solidFill>
                  <a:schemeClr val="bg1"/>
                </a:solidFill>
              </a:rPr>
              <a:t>近在咫尺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雷声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thunder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票；入场券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ticket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潮水；潮流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tide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紧的；紧身的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tight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12.ahead of time </a:t>
            </a:r>
            <a:r>
              <a:rPr lang="en-US" altLang="zh-CN" sz="2400">
                <a:solidFill>
                  <a:schemeClr val="bg1"/>
                </a:solidFill>
              </a:rPr>
              <a:t>提前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all the time </a:t>
            </a:r>
            <a:r>
              <a:rPr lang="en-US" altLang="zh-CN" sz="2400">
                <a:solidFill>
                  <a:schemeClr val="bg1"/>
                </a:solidFill>
              </a:rPr>
              <a:t>一直；始终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from time to time </a:t>
            </a:r>
            <a:r>
              <a:rPr lang="en-US" altLang="zh-CN" sz="2400">
                <a:solidFill>
                  <a:schemeClr val="bg1"/>
                </a:solidFill>
              </a:rPr>
              <a:t>有时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in no time </a:t>
            </a:r>
            <a:r>
              <a:rPr lang="en-US" altLang="zh-CN" sz="2400">
                <a:solidFill>
                  <a:schemeClr val="bg1"/>
                </a:solidFill>
              </a:rPr>
              <a:t>立即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in time </a:t>
            </a:r>
            <a:r>
              <a:rPr lang="en-US" altLang="zh-CN" sz="2400">
                <a:solidFill>
                  <a:schemeClr val="bg1"/>
                </a:solidFill>
              </a:rPr>
              <a:t>及时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on time </a:t>
            </a:r>
            <a:r>
              <a:rPr lang="en-US" altLang="zh-CN" sz="2400">
                <a:solidFill>
                  <a:schemeClr val="bg1"/>
                </a:solidFill>
              </a:rPr>
              <a:t>准时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at times </a:t>
            </a:r>
            <a:r>
              <a:rPr lang="zh-CN" altLang="en-US" sz="2400">
                <a:solidFill>
                  <a:schemeClr val="bg1"/>
                </a:solidFill>
              </a:rPr>
              <a:t>有时；间或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胆怯的；羞怯的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timid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14.tin n. </a:t>
            </a:r>
            <a:r>
              <a:rPr lang="en-US" altLang="zh-CN" sz="2400">
                <a:solidFill>
                  <a:schemeClr val="bg1"/>
                </a:solidFill>
              </a:rPr>
              <a:t>罐头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15.tip n. </a:t>
            </a:r>
            <a:r>
              <a:rPr lang="en-US" altLang="zh-CN" sz="2400">
                <a:solidFill>
                  <a:schemeClr val="bg1"/>
                </a:solidFill>
              </a:rPr>
              <a:t>顶端；尖端；倾斜；小费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蹑手蹑脚走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tiptoe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组织；纸巾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tissue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标题；头衔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title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祝酒；干杯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toast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烟草；烟叶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tobacco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厕所；卫生间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toilet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忍受；容忍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tolerate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坟墓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tomb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舌头；方言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tongue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WPS 演示</Application>
  <PresentationFormat>宽屏</PresentationFormat>
  <Paragraphs>32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159</cp:revision>
  <dcterms:created xsi:type="dcterms:W3CDTF">2019-06-19T02:08:00Z</dcterms:created>
  <dcterms:modified xsi:type="dcterms:W3CDTF">2024-10-23T00:11:23Z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74579DD5E4B5401D85DDAFC780378D32_11</vt:lpwstr>
  </property>
</Properties>
</file>