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1.diagram n. </a:t>
            </a:r>
            <a:r>
              <a:rPr lang="zh-CN" altLang="en-US" sz="2400">
                <a:solidFill>
                  <a:schemeClr val="bg1"/>
                </a:solidFill>
              </a:rPr>
              <a:t>图表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2.dial v. </a:t>
            </a:r>
            <a:r>
              <a:rPr lang="zh-CN" altLang="en-US" sz="2400">
                <a:solidFill>
                  <a:schemeClr val="bg1"/>
                </a:solidFill>
              </a:rPr>
              <a:t>拨打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表盘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方言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dialect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对话；对白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dialogue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5.diamond n. </a:t>
            </a:r>
            <a:r>
              <a:rPr lang="zh-CN" altLang="en-US" sz="2400">
                <a:solidFill>
                  <a:schemeClr val="bg1"/>
                </a:solidFill>
              </a:rPr>
              <a:t>钻石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6.die down </a:t>
            </a:r>
            <a:r>
              <a:rPr lang="zh-CN" altLang="en-US" sz="2400">
                <a:solidFill>
                  <a:schemeClr val="bg1"/>
                </a:solidFill>
              </a:rPr>
              <a:t>逐渐消失；变弱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  die out </a:t>
            </a:r>
            <a:r>
              <a:rPr lang="zh-CN" altLang="en-US" sz="2400">
                <a:solidFill>
                  <a:schemeClr val="bg1"/>
                </a:solidFill>
              </a:rPr>
              <a:t>消失；死绝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7.on a diet </a:t>
            </a:r>
            <a:r>
              <a:rPr lang="zh-CN" altLang="en-US" sz="2400">
                <a:solidFill>
                  <a:schemeClr val="bg1"/>
                </a:solidFill>
              </a:rPr>
              <a:t>节食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8.make a difference </a:t>
            </a:r>
            <a:r>
              <a:rPr lang="zh-CN" altLang="en-US" sz="2400">
                <a:solidFill>
                  <a:schemeClr val="bg1"/>
                </a:solidFill>
              </a:rPr>
              <a:t>起作用；有影响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做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困难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have difficulty in doing sth.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挖掘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dig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消化；吸收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digest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数字的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digital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尊严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zh-CN" altLang="en-US" sz="2400">
                <a:solidFill>
                  <a:schemeClr val="bg1"/>
                </a:solidFill>
              </a:rPr>
              <a:t> dignity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勤勉的；勤奋的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diligent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15.dim adj. </a:t>
            </a:r>
            <a:r>
              <a:rPr lang="zh-CN" altLang="en-US" sz="2400">
                <a:solidFill>
                  <a:schemeClr val="bg1"/>
                </a:solidFill>
              </a:rPr>
              <a:t>昏暗的；模糊不清的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恐龙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dinosaur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二氧化碳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carbon dioxide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毕业文凭；学业证书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diploma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19.s sense of direction </a:t>
            </a:r>
            <a:r>
              <a:rPr lang="zh-CN" altLang="en-US" sz="2400">
                <a:solidFill>
                  <a:schemeClr val="bg1"/>
                </a:solidFill>
              </a:rPr>
              <a:t>方向感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under the direction of </a:t>
            </a:r>
            <a:r>
              <a:rPr lang="zh-CN" altLang="en-US" sz="2400">
                <a:solidFill>
                  <a:schemeClr val="bg1"/>
                </a:solidFill>
              </a:rPr>
              <a:t>在...的指引下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脏的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dirty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21.to the disadvantage of the majority </a:t>
            </a:r>
            <a:r>
              <a:rPr lang="zh-CN" altLang="en-US" sz="2400">
                <a:solidFill>
                  <a:schemeClr val="bg1"/>
                </a:solidFill>
              </a:rPr>
              <a:t>对多数人不利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令某人失望的是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to one’s disappointment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灾难；大祸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disaster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24.disc n. </a:t>
            </a:r>
            <a:r>
              <a:rPr lang="zh-CN" altLang="en-US" sz="2400">
                <a:solidFill>
                  <a:schemeClr val="bg1"/>
                </a:solidFill>
              </a:rPr>
              <a:t>唱片；磁盘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25.discipline n. </a:t>
            </a:r>
            <a:r>
              <a:rPr lang="zh-CN" altLang="en-US" sz="2400">
                <a:solidFill>
                  <a:schemeClr val="bg1"/>
                </a:solidFill>
              </a:rPr>
              <a:t>纪律；学科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2024-05-02T08:13:39Z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7B9607950DA440138B1C3A2C4E9E0054_11</vt:lpwstr>
  </property>
</Properties>
</file>