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en-US" sz="2400">
                <a:solidFill>
                  <a:schemeClr val="tx1"/>
                </a:solidFill>
              </a:rPr>
              <a:t>parade n. </a:t>
            </a:r>
            <a:r>
              <a:rPr lang="zh-CN" altLang="en-US" sz="2400">
                <a:solidFill>
                  <a:schemeClr val="bg1"/>
                </a:solidFill>
              </a:rPr>
              <a:t>游行；阅兵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平行的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parallel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</a:t>
            </a:r>
            <a:r>
              <a:rPr lang="zh-CN" altLang="en-US" sz="2400">
                <a:solidFill>
                  <a:schemeClr val="tx1"/>
                </a:solidFill>
              </a:rPr>
              <a:t>与</a:t>
            </a:r>
            <a:r>
              <a:rPr lang="en-US" altLang="zh-CN" sz="2400">
                <a:solidFill>
                  <a:schemeClr val="tx1"/>
                </a:solidFill>
              </a:rPr>
              <a:t>...</a:t>
            </a:r>
            <a:r>
              <a:rPr lang="zh-CN" altLang="en-US" sz="2400">
                <a:solidFill>
                  <a:schemeClr val="tx1"/>
                </a:solidFill>
              </a:rPr>
              <a:t>平行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parallel with/to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3.parcel n. </a:t>
            </a:r>
            <a:r>
              <a:rPr lang="zh-CN" altLang="en-US" sz="2400">
                <a:solidFill>
                  <a:schemeClr val="bg1"/>
                </a:solidFill>
              </a:rPr>
              <a:t>包裹；小包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停车位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parking lots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鹦鹉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parrot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参与；参加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participate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7.in particular </a:t>
            </a:r>
            <a:r>
              <a:rPr lang="zh-CN" altLang="en-US" sz="2400">
                <a:solidFill>
                  <a:schemeClr val="bg1"/>
                </a:solidFill>
              </a:rPr>
              <a:t>特别；尤其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合作；合作关系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partnership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9.passage n. </a:t>
            </a:r>
            <a:r>
              <a:rPr lang="zh-CN" altLang="en-US" sz="2400">
                <a:solidFill>
                  <a:schemeClr val="bg1"/>
                </a:solidFill>
              </a:rPr>
              <a:t>通过；文章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乘客</a:t>
            </a:r>
            <a:r>
              <a:rPr lang="en-US" altLang="zh-CN" sz="2400">
                <a:solidFill>
                  <a:schemeClr val="tx1"/>
                </a:solidFill>
              </a:rPr>
              <a:t> n.</a:t>
            </a:r>
            <a:r>
              <a:rPr lang="zh-CN" altLang="en-US" sz="2400">
                <a:solidFill>
                  <a:schemeClr val="bg1"/>
                </a:solidFill>
              </a:rPr>
              <a:t> passenger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对</a:t>
            </a:r>
            <a:r>
              <a:rPr lang="en-US" altLang="zh-CN" sz="2400">
                <a:solidFill>
                  <a:schemeClr val="tx1"/>
                </a:solidFill>
              </a:rPr>
              <a:t>...</a:t>
            </a:r>
            <a:r>
              <a:rPr lang="zh-CN" altLang="en-US" sz="2400">
                <a:solidFill>
                  <a:schemeClr val="tx1"/>
                </a:solidFill>
              </a:rPr>
              <a:t>有热情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have passion for.../be passionate about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被动的；消极的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passive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护照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passport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专利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patent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耐心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patience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  run out of patience </a:t>
            </a:r>
            <a:r>
              <a:rPr lang="en-US" altLang="zh-CN" sz="2400">
                <a:solidFill>
                  <a:schemeClr val="bg1"/>
                </a:solidFill>
              </a:rPr>
              <a:t>失去耐心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爱国的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patriotic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模式；样式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pattern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18.pause v. </a:t>
            </a:r>
            <a:r>
              <a:rPr lang="en-US" altLang="zh-CN" sz="2400">
                <a:solidFill>
                  <a:schemeClr val="bg1"/>
                </a:solidFill>
              </a:rPr>
              <a:t>暂停；终止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19.pave way for </a:t>
            </a:r>
            <a:r>
              <a:rPr lang="en-US" altLang="zh-CN" sz="2400">
                <a:solidFill>
                  <a:schemeClr val="bg1"/>
                </a:solidFill>
              </a:rPr>
              <a:t>为...铺路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20.pay a visit </a:t>
            </a:r>
            <a:r>
              <a:rPr lang="en-US" altLang="zh-CN" sz="2400">
                <a:solidFill>
                  <a:schemeClr val="bg1"/>
                </a:solidFill>
              </a:rPr>
              <a:t>拜访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pay back </a:t>
            </a:r>
            <a:r>
              <a:rPr lang="zh-CN" altLang="en-US" sz="2400">
                <a:solidFill>
                  <a:schemeClr val="bg1"/>
                </a:solidFill>
              </a:rPr>
              <a:t>偿还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pay off </a:t>
            </a:r>
            <a:r>
              <a:rPr lang="zh-CN" altLang="en-US" sz="2400">
                <a:solidFill>
                  <a:schemeClr val="bg1"/>
                </a:solidFill>
              </a:rPr>
              <a:t>还清；偿还掉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</a:t>
            </a:r>
            <a:r>
              <a:rPr lang="zh-CN" altLang="en-US" sz="2400">
                <a:solidFill>
                  <a:schemeClr val="tx1"/>
                </a:solidFill>
              </a:rPr>
              <a:t>和平的；安宁的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peaceful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</a:t>
            </a:r>
            <a:r>
              <a:rPr lang="zh-CN" altLang="en-US" sz="2400">
                <a:solidFill>
                  <a:schemeClr val="tx1"/>
                </a:solidFill>
              </a:rPr>
              <a:t>桃子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peach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23.peak n. </a:t>
            </a:r>
            <a:r>
              <a:rPr lang="zh-CN" altLang="en-US" sz="2400">
                <a:solidFill>
                  <a:schemeClr val="bg1"/>
                </a:solidFill>
              </a:rPr>
              <a:t>山峰；顶点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24.</a:t>
            </a:r>
            <a:r>
              <a:rPr lang="zh-CN" altLang="en-US" sz="2400">
                <a:solidFill>
                  <a:schemeClr val="tx1"/>
                </a:solidFill>
              </a:rPr>
              <a:t>花生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peanut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565</Words>
  <Application>WPS 演示</Application>
  <PresentationFormat>宽屏</PresentationFormat>
  <Paragraphs>30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157</cp:revision>
  <dcterms:created xsi:type="dcterms:W3CDTF">2019-06-19T02:08:00Z</dcterms:created>
  <dcterms:modified xsi:type="dcterms:W3CDTF">2024-06-10T09:11:20Z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69FBAEA17A9646608CFAC3F83D8FE4F7_11</vt:lpwstr>
  </property>
</Properties>
</file>