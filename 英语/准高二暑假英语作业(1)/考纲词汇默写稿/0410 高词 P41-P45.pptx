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1.a fancy ball </a:t>
            </a:r>
            <a:r>
              <a:rPr lang="zh-CN" altLang="en-US" sz="2400">
                <a:solidFill>
                  <a:schemeClr val="bg1"/>
                </a:solidFill>
              </a:rPr>
              <a:t>化装舞会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气球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balloon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竹子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bamboo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对烟草的禁令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a ban on tobacco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5.bandage n. </a:t>
            </a:r>
            <a:r>
              <a:rPr lang="zh-CN" altLang="en-US" sz="2400">
                <a:solidFill>
                  <a:schemeClr val="bg1"/>
                </a:solidFill>
              </a:rPr>
              <a:t>绷带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6.bank n. </a:t>
            </a:r>
            <a:r>
              <a:rPr lang="zh-CN" altLang="en-US" sz="2400">
                <a:solidFill>
                  <a:schemeClr val="bg1"/>
                </a:solidFill>
              </a:rPr>
              <a:t>银行；河岸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烧烤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barbecue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8.bare adj. </a:t>
            </a:r>
            <a:r>
              <a:rPr lang="zh-CN" altLang="en-US" sz="2400">
                <a:solidFill>
                  <a:schemeClr val="bg1"/>
                </a:solidFill>
              </a:rPr>
              <a:t>赤裸的；光秃的；勉强的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9.make a bargain </a:t>
            </a:r>
            <a:r>
              <a:rPr lang="zh-CN" altLang="en-US" sz="2400">
                <a:solidFill>
                  <a:schemeClr val="bg1"/>
                </a:solidFill>
              </a:rPr>
              <a:t>达成协议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犬吠声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bark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11.barrier n. </a:t>
            </a:r>
            <a:r>
              <a:rPr lang="zh-CN" altLang="en-US" sz="2400">
                <a:solidFill>
                  <a:schemeClr val="bg1"/>
                </a:solidFill>
              </a:rPr>
              <a:t>障碍物；栅栏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12.on the base of </a:t>
            </a:r>
            <a:r>
              <a:rPr lang="zh-CN" altLang="en-US" sz="2400">
                <a:solidFill>
                  <a:schemeClr val="bg1"/>
                </a:solidFill>
              </a:rPr>
              <a:t>在...的基础之上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be based on </a:t>
            </a:r>
            <a:r>
              <a:rPr lang="zh-CN" altLang="en-US" sz="2400">
                <a:solidFill>
                  <a:schemeClr val="bg1"/>
                </a:solidFill>
              </a:rPr>
              <a:t>基于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地下室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basement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盆地；盆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basin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15.bat n. </a:t>
            </a:r>
            <a:r>
              <a:rPr lang="zh-CN" altLang="en-US" sz="2400">
                <a:solidFill>
                  <a:schemeClr val="bg1"/>
                </a:solidFill>
              </a:rPr>
              <a:t>球拍；蝙蝠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电池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battery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17.bay n. </a:t>
            </a:r>
            <a:r>
              <a:rPr lang="zh-CN" altLang="en-US" sz="2400">
                <a:solidFill>
                  <a:schemeClr val="bg1"/>
                </a:solidFill>
              </a:rPr>
              <a:t>海湾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我刚到火车站火车就出发了</a:t>
            </a:r>
            <a:r>
              <a:rPr lang="en-US" altLang="zh-CN" sz="2400">
                <a:solidFill>
                  <a:schemeClr val="tx1"/>
                </a:solidFill>
              </a:rPr>
              <a:t>(Barely) </a:t>
            </a:r>
            <a:r>
              <a:rPr lang="zh-CN" altLang="en-US" sz="2400">
                <a:solidFill>
                  <a:schemeClr val="bg1"/>
                </a:solidFill>
              </a:rPr>
              <a:t>Barely had I arrived at the train station when the train set off.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19.bear sth. in mind </a:t>
            </a:r>
            <a:r>
              <a:rPr lang="zh-CN" altLang="en-US" sz="2400">
                <a:solidFill>
                  <a:schemeClr val="bg1"/>
                </a:solidFill>
              </a:rPr>
              <a:t>牢记...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bear fruit </a:t>
            </a:r>
            <a:r>
              <a:rPr lang="zh-CN" altLang="en-US" sz="2400">
                <a:solidFill>
                  <a:schemeClr val="bg1"/>
                </a:solidFill>
              </a:rPr>
              <a:t>结果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    bear with the severe weather </a:t>
            </a:r>
            <a:r>
              <a:rPr lang="zh-CN" altLang="en-US" sz="2400">
                <a:solidFill>
                  <a:schemeClr val="bg1"/>
                </a:solidFill>
              </a:rPr>
              <a:t>忍受恶劣的天气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20.bean curd </a:t>
            </a:r>
            <a:r>
              <a:rPr lang="zh-CN" altLang="en-US" sz="2400">
                <a:solidFill>
                  <a:schemeClr val="bg1"/>
                </a:solidFill>
              </a:rPr>
              <a:t>豆腐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胡子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beard 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WPS 演示</Application>
  <PresentationFormat>宽屏</PresentationFormat>
  <Paragraphs>26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2024-04-08T02:13:49Z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97E7C01619314D73816D9DA8B88D9270_11</vt:lpwstr>
  </property>
</Properties>
</file>