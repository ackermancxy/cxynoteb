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倾向；趋势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tendency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2.tender adj. </a:t>
            </a:r>
            <a:r>
              <a:rPr lang="en-US" altLang="zh-CN" sz="2400">
                <a:solidFill>
                  <a:schemeClr val="bg1"/>
                </a:solidFill>
              </a:rPr>
              <a:t>嫩的；温柔的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3.tense adj. </a:t>
            </a:r>
            <a:r>
              <a:rPr lang="en-US" altLang="zh-CN" sz="2400">
                <a:solidFill>
                  <a:schemeClr val="bg1"/>
                </a:solidFill>
              </a:rPr>
              <a:t>紧绷的；紧张的</a:t>
            </a:r>
            <a:endParaRPr lang="zh-CN" altLang="en-US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4.tent n. </a:t>
            </a:r>
            <a:r>
              <a:rPr lang="en-US" altLang="zh-CN" sz="2400">
                <a:solidFill>
                  <a:schemeClr val="bg1"/>
                </a:solidFill>
              </a:rPr>
              <a:t>帐篷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5.in terms of </a:t>
            </a:r>
            <a:r>
              <a:rPr lang="en-US" altLang="zh-CN" sz="2400">
                <a:solidFill>
                  <a:schemeClr val="bg1"/>
                </a:solidFill>
              </a:rPr>
              <a:t>依据；在...方面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末端；终端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terminal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糟糕的；可怕的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terrilbe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领土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territory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9.more than </a:t>
            </a:r>
            <a:r>
              <a:rPr lang="en-US" altLang="zh-CN" sz="2400">
                <a:solidFill>
                  <a:schemeClr val="bg1"/>
                </a:solidFill>
              </a:rPr>
              <a:t>不止；多于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other than </a:t>
            </a:r>
            <a:r>
              <a:rPr lang="en-US" altLang="zh-CN" sz="2400">
                <a:solidFill>
                  <a:schemeClr val="bg1"/>
                </a:solidFill>
              </a:rPr>
              <a:t>除了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rather than </a:t>
            </a:r>
            <a:r>
              <a:rPr lang="en-US" altLang="zh-CN" sz="2400">
                <a:solidFill>
                  <a:schemeClr val="bg1"/>
                </a:solidFill>
              </a:rPr>
              <a:t>而不是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</a:t>
            </a:r>
            <a:r>
              <a:rPr lang="zh-CN" altLang="en-US" sz="2400">
                <a:solidFill>
                  <a:schemeClr val="tx1"/>
                </a:solidFill>
              </a:rPr>
              <a:t>戏院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theatre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小偷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thief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主题；题目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theme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理论；学说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theory</a:t>
            </a:r>
            <a:endParaRPr lang="en-US" altLang="zh-CN" sz="2400">
              <a:solidFill>
                <a:schemeClr val="tx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疗法；治疗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therapy</a:t>
            </a:r>
            <a:endParaRPr lang="en-US" altLang="zh-CN" sz="2400">
              <a:solidFill>
                <a:schemeClr val="bg1"/>
              </a:solidFill>
            </a:endParaRPr>
          </a:p>
          <a:p>
            <a:pPr algn="l">
              <a:buClrTx/>
              <a:buSzTx/>
              <a:buFontTx/>
            </a:pPr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厚的；浓的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thick</a:t>
            </a:r>
            <a:endParaRPr lang="en-US" altLang="zh-CN" sz="2400">
              <a:solidFill>
                <a:schemeClr val="bg1"/>
              </a:solidFill>
            </a:endParaRPr>
          </a:p>
          <a:p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6.think much of sb. </a:t>
            </a:r>
            <a:r>
              <a:rPr lang="en-US" altLang="zh-CN" sz="2400">
                <a:solidFill>
                  <a:schemeClr val="bg1"/>
                </a:solidFill>
              </a:rPr>
              <a:t>对某人评价很高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think nothing of </a:t>
            </a:r>
            <a:r>
              <a:rPr lang="en-US" altLang="zh-CN" sz="2400">
                <a:solidFill>
                  <a:schemeClr val="bg1"/>
                </a:solidFill>
              </a:rPr>
              <a:t>不把...放在心上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think over </a:t>
            </a:r>
            <a:r>
              <a:rPr lang="en-US" altLang="zh-CN" sz="2400">
                <a:solidFill>
                  <a:schemeClr val="bg1"/>
                </a:solidFill>
              </a:rPr>
              <a:t>仔细考虑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</a:t>
            </a:r>
            <a:r>
              <a:rPr lang="zh-CN" altLang="en-US" sz="2400">
                <a:solidFill>
                  <a:schemeClr val="tx1"/>
                </a:solidFill>
              </a:rPr>
              <a:t>口渴的；缺水的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thirsty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彻底的；完全的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thorough</a:t>
            </a:r>
            <a:endParaRPr lang="en-US" altLang="zh-CN" sz="2400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433</Words>
  <Application>WPS 演示</Application>
  <PresentationFormat>宽屏</PresentationFormat>
  <Paragraphs>25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2024-07-16T01:17:44Z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34212E3D933540AD9CE1AF99083180AE_11</vt:lpwstr>
  </property>
</Properties>
</file>