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世界范围的；全球的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worldwide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蠕虫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worm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3.worn adj. </a:t>
            </a:r>
            <a:r>
              <a:rPr lang="en-US" altLang="zh-CN" sz="2400">
                <a:solidFill>
                  <a:schemeClr val="bg1"/>
                </a:solidFill>
              </a:rPr>
              <a:t>用旧的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变得更坏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worsen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5.worth/worthy/worthwhile </a:t>
            </a:r>
            <a:r>
              <a:rPr lang="zh-CN" altLang="en-US" sz="2400">
                <a:solidFill>
                  <a:schemeClr val="tx1"/>
                </a:solidFill>
              </a:rPr>
              <a:t>用法辨析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en-US" altLang="zh-CN" sz="2400">
                <a:solidFill>
                  <a:schemeClr val="bg1"/>
                </a:solidFill>
              </a:rPr>
              <a:t>be worth sth./be worth doing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  be worthy of sth./be worthy to be done.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  it’s worthwhile to do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伤口；创伤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wound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7.be wrapped up in </a:t>
            </a:r>
            <a:r>
              <a:rPr lang="en-US" altLang="zh-CN" sz="2400">
                <a:solidFill>
                  <a:schemeClr val="bg1"/>
                </a:solidFill>
              </a:rPr>
              <a:t>沉醉于；专心于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8.wreck n. </a:t>
            </a:r>
            <a:r>
              <a:rPr lang="en-US" altLang="zh-CN" sz="2400">
                <a:solidFill>
                  <a:schemeClr val="bg1"/>
                </a:solidFill>
              </a:rPr>
              <a:t>失事；残骸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9.wrestle v. </a:t>
            </a:r>
            <a:r>
              <a:rPr lang="en-US" altLang="zh-CN" sz="2400">
                <a:solidFill>
                  <a:schemeClr val="bg1"/>
                </a:solidFill>
              </a:rPr>
              <a:t>摔跤；努力处理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皱纹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wrinkle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腕部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wrist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院子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yard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酸奶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yoghurt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青春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youth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斑马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zebra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拉链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zip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地带；地区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zone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WPS 演示</Application>
  <PresentationFormat>宽屏</PresentationFormat>
  <Paragraphs>22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2024-07-20T11:27:45Z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45E1030E14824090B76AB83861495706_11</vt:lpwstr>
  </property>
</Properties>
</file>