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把某事归咎于某人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blame sb. for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应受谴责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to blame for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2.blanket n. </a:t>
            </a:r>
            <a:r>
              <a:rPr lang="en-US" altLang="zh-CN" sz="2400">
                <a:solidFill>
                  <a:schemeClr val="bg1"/>
                </a:solidFill>
              </a:rPr>
              <a:t>毯子；覆盖物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3.bless v. </a:t>
            </a:r>
            <a:r>
              <a:rPr lang="en-US" altLang="zh-CN" sz="2400">
                <a:solidFill>
                  <a:schemeClr val="bg1"/>
                </a:solidFill>
              </a:rPr>
              <a:t>为...祝福；保佑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视若无睹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turn a bilnd eye to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5.block n. </a:t>
            </a:r>
            <a:r>
              <a:rPr lang="en-US" altLang="zh-CN" sz="2400">
                <a:solidFill>
                  <a:schemeClr val="bg1"/>
                </a:solidFill>
              </a:rPr>
              <a:t>街区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阻碍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6.blossom v. </a:t>
            </a:r>
            <a:r>
              <a:rPr lang="en-US" altLang="zh-CN" sz="2400">
                <a:solidFill>
                  <a:schemeClr val="bg1"/>
                </a:solidFill>
              </a:rPr>
              <a:t>开花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花朵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7.blouse n. </a:t>
            </a:r>
            <a:r>
              <a:rPr lang="en-US" altLang="zh-CN" sz="2400">
                <a:solidFill>
                  <a:schemeClr val="bg1"/>
                </a:solidFill>
              </a:rPr>
              <a:t>短上衣；女衬衫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8.blow n. </a:t>
            </a:r>
            <a:r>
              <a:rPr lang="en-US" altLang="zh-CN" sz="2400">
                <a:solidFill>
                  <a:schemeClr val="bg1"/>
                </a:solidFill>
              </a:rPr>
              <a:t>击打；一击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9.board n. </a:t>
            </a:r>
            <a:r>
              <a:rPr lang="en-US" altLang="zh-CN" sz="2400">
                <a:solidFill>
                  <a:schemeClr val="bg1"/>
                </a:solidFill>
              </a:rPr>
              <a:t>木板；船舷；董事会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10.boast v. </a:t>
            </a:r>
            <a:r>
              <a:rPr lang="en-US" altLang="zh-CN" sz="2400">
                <a:solidFill>
                  <a:schemeClr val="bg1"/>
                </a:solidFill>
              </a:rPr>
              <a:t>吹嘘；拥有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11.boiling water </a:t>
            </a:r>
            <a:r>
              <a:rPr lang="en-US" altLang="zh-CN" sz="2400">
                <a:solidFill>
                  <a:schemeClr val="bg1"/>
                </a:solidFill>
              </a:rPr>
              <a:t>沸腾的水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boiled water </a:t>
            </a:r>
            <a:r>
              <a:rPr lang="en-US" altLang="zh-CN" sz="2400">
                <a:solidFill>
                  <a:schemeClr val="bg1"/>
                </a:solidFill>
              </a:rPr>
              <a:t>煮沸过的水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12.bold adj. </a:t>
            </a:r>
            <a:r>
              <a:rPr lang="zh-CN" altLang="en-US" sz="2400">
                <a:solidFill>
                  <a:schemeClr val="bg1"/>
                </a:solidFill>
              </a:rPr>
              <a:t>勇敢地；鲁莽的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13.bonus n. </a:t>
            </a:r>
            <a:r>
              <a:rPr lang="zh-CN" altLang="en-US" sz="2400">
                <a:solidFill>
                  <a:schemeClr val="bg1"/>
                </a:solidFill>
              </a:rPr>
              <a:t>红利；津贴；奖金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14.book v. </a:t>
            </a:r>
            <a:r>
              <a:rPr lang="zh-CN" altLang="en-US" sz="2400">
                <a:solidFill>
                  <a:schemeClr val="bg1"/>
                </a:solidFill>
              </a:rPr>
              <a:t>预订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bookish adj.</a:t>
            </a:r>
            <a:r>
              <a:rPr lang="zh-CN" altLang="en-US" sz="2400">
                <a:solidFill>
                  <a:schemeClr val="bg1"/>
                </a:solidFill>
              </a:rPr>
              <a:t>喜欢读书的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bookable adj. </a:t>
            </a:r>
            <a:r>
              <a:rPr lang="zh-CN" altLang="en-US" sz="2400">
                <a:solidFill>
                  <a:schemeClr val="bg1"/>
                </a:solidFill>
              </a:rPr>
              <a:t>可预订的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15.boom v. </a:t>
            </a:r>
            <a:r>
              <a:rPr lang="zh-CN" altLang="en-US" sz="2400">
                <a:solidFill>
                  <a:schemeClr val="bg1"/>
                </a:solidFill>
              </a:rPr>
              <a:t>隆隆声；繁荣；暴涨；迅速发展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16.boost v. </a:t>
            </a:r>
            <a:r>
              <a:rPr lang="zh-CN" altLang="en-US" sz="2400">
                <a:solidFill>
                  <a:schemeClr val="bg1"/>
                </a:solidFill>
              </a:rPr>
              <a:t>推动；提高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17.border n. </a:t>
            </a:r>
            <a:r>
              <a:rPr lang="zh-CN" altLang="en-US" sz="2400">
                <a:solidFill>
                  <a:schemeClr val="bg1"/>
                </a:solidFill>
              </a:rPr>
              <a:t>边界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接界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18.be bored with = </a:t>
            </a:r>
            <a:r>
              <a:rPr lang="zh-CN" altLang="en-US" sz="2400">
                <a:solidFill>
                  <a:schemeClr val="bg1"/>
                </a:solidFill>
              </a:rPr>
              <a:t>be tired of</a:t>
            </a:r>
            <a:r>
              <a:rPr lang="en-US" altLang="zh-CN" sz="2400">
                <a:solidFill>
                  <a:schemeClr val="tx1"/>
                </a:solidFill>
              </a:rPr>
              <a:t> = </a:t>
            </a:r>
            <a:r>
              <a:rPr lang="zh-CN" altLang="en-US" sz="2400">
                <a:solidFill>
                  <a:schemeClr val="bg1"/>
                </a:solidFill>
              </a:rPr>
              <a:t>be fed up with</a:t>
            </a:r>
            <a:r>
              <a:rPr lang="en-US" altLang="zh-CN" sz="2400">
                <a:solidFill>
                  <a:schemeClr val="tx1"/>
                </a:solidFill>
              </a:rPr>
              <a:t> = </a:t>
            </a:r>
            <a:r>
              <a:rPr lang="zh-CN" altLang="en-US" sz="2400">
                <a:solidFill>
                  <a:schemeClr val="bg1"/>
                </a:solidFill>
              </a:rPr>
              <a:t>be sick of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be bored of doing sth. </a:t>
            </a:r>
            <a:r>
              <a:rPr lang="zh-CN" altLang="en-US" sz="2400">
                <a:solidFill>
                  <a:schemeClr val="bg1"/>
                </a:solidFill>
              </a:rPr>
              <a:t>厌倦于...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19.botanical adj. </a:t>
            </a:r>
            <a:r>
              <a:rPr lang="zh-CN" altLang="en-US" sz="2400">
                <a:solidFill>
                  <a:schemeClr val="bg1"/>
                </a:solidFill>
              </a:rPr>
              <a:t>植物学的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20.bother to do sth. </a:t>
            </a:r>
            <a:r>
              <a:rPr lang="zh-CN" altLang="en-US" sz="2400">
                <a:solidFill>
                  <a:schemeClr val="bg1"/>
                </a:solidFill>
              </a:rPr>
              <a:t>特地做某事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bother about/with </a:t>
            </a:r>
            <a:r>
              <a:rPr lang="zh-CN" altLang="en-US" sz="2400">
                <a:solidFill>
                  <a:schemeClr val="bg1"/>
                </a:solidFill>
              </a:rPr>
              <a:t>麻烦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155</cp:revision>
  <dcterms:created xsi:type="dcterms:W3CDTF">2019-06-19T02:08:00Z</dcterms:created>
  <dcterms:modified xsi:type="dcterms:W3CDTF">2024-04-11T14:56:59Z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144E56CCF9224D7489F19B6919774C05_11</vt:lpwstr>
  </property>
</Properties>
</file>