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</a:t>
            </a:r>
            <a:r>
              <a:rPr lang="zh-CN" altLang="en-US" sz="2400"/>
              <a:t>热衷于</a:t>
            </a:r>
            <a:r>
              <a:rPr lang="en-US" altLang="zh-CN" sz="2400"/>
              <a:t>...  </a:t>
            </a:r>
            <a:r>
              <a:rPr lang="en-US" altLang="zh-CN" sz="2400">
                <a:solidFill>
                  <a:schemeClr val="bg1"/>
                </a:solidFill>
              </a:rPr>
              <a:t>be keen 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2.keep to the rules </a:t>
            </a:r>
            <a:r>
              <a:rPr lang="en-US" altLang="zh-CN" sz="2400">
                <a:solidFill>
                  <a:schemeClr val="bg1"/>
                </a:solidFill>
              </a:rPr>
              <a:t>遵守规定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keep up with the trend </a:t>
            </a:r>
            <a:r>
              <a:rPr lang="en-US" altLang="zh-CN" sz="2400">
                <a:solidFill>
                  <a:schemeClr val="bg1"/>
                </a:solidFill>
              </a:rPr>
              <a:t>紧跟潮流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3.kettle n. </a:t>
            </a:r>
            <a:r>
              <a:rPr lang="en-US" altLang="zh-CN" sz="2400">
                <a:solidFill>
                  <a:schemeClr val="bg1"/>
                </a:solidFill>
              </a:rPr>
              <a:t>茶壶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顶尖大学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key universities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5.kick v. </a:t>
            </a:r>
            <a:r>
              <a:rPr lang="en-US" altLang="zh-CN" sz="2400">
                <a:solidFill>
                  <a:schemeClr val="bg1"/>
                </a:solidFill>
              </a:rPr>
              <a:t>踢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6.kidnap v. </a:t>
            </a:r>
            <a:r>
              <a:rPr lang="en-US" altLang="zh-CN" sz="2400">
                <a:solidFill>
                  <a:schemeClr val="bg1"/>
                </a:solidFill>
              </a:rPr>
              <a:t>绑架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仁慈；好意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kindness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幼儿园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kindergarten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9.kingdom n. </a:t>
            </a:r>
            <a:r>
              <a:rPr lang="en-US" altLang="zh-CN" sz="2400">
                <a:solidFill>
                  <a:schemeClr val="bg1"/>
                </a:solidFill>
              </a:rPr>
              <a:t>王国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厨房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kitchen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放风筝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fly the kites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膝盖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knee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13.knife n. </a:t>
            </a:r>
            <a:r>
              <a:rPr lang="en-US" altLang="zh-CN" sz="2400">
                <a:solidFill>
                  <a:schemeClr val="bg1"/>
                </a:solidFill>
              </a:rPr>
              <a:t>刀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14.knock down </a:t>
            </a:r>
            <a:r>
              <a:rPr lang="en-US" altLang="zh-CN" sz="2400">
                <a:solidFill>
                  <a:schemeClr val="bg1"/>
                </a:solidFill>
              </a:rPr>
              <a:t>撞倒；击倒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15.be known as </a:t>
            </a:r>
            <a:r>
              <a:rPr lang="en-US" altLang="zh-CN" sz="2400">
                <a:solidFill>
                  <a:schemeClr val="bg1"/>
                </a:solidFill>
              </a:rPr>
              <a:t>作为...出名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be known for </a:t>
            </a:r>
            <a:r>
              <a:rPr lang="en-US" altLang="zh-CN" sz="2400">
                <a:solidFill>
                  <a:schemeClr val="bg1"/>
                </a:solidFill>
              </a:rPr>
              <a:t>因...出名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be known to </a:t>
            </a:r>
            <a:r>
              <a:rPr lang="en-US" altLang="zh-CN" sz="2400">
                <a:solidFill>
                  <a:schemeClr val="bg1"/>
                </a:solidFill>
              </a:rPr>
              <a:t>为...所知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16.have knowledge of </a:t>
            </a:r>
            <a:r>
              <a:rPr lang="en-US" altLang="zh-CN" sz="2400">
                <a:solidFill>
                  <a:schemeClr val="bg1"/>
                </a:solidFill>
              </a:rPr>
              <a:t>对...有所了解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标签；标志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label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劳动；工作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labour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19.lack</a:t>
            </a:r>
            <a:r>
              <a:rPr lang="zh-CN" altLang="en-US" sz="2400">
                <a:solidFill>
                  <a:schemeClr val="tx1"/>
                </a:solidFill>
              </a:rPr>
              <a:t>的用法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en-US" altLang="zh-CN" sz="2400">
                <a:solidFill>
                  <a:schemeClr val="bg1"/>
                </a:solidFill>
              </a:rPr>
              <a:t>be lack of...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bg1"/>
                </a:solidFill>
              </a:rPr>
              <a:t>     lack sth...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bg1"/>
                </a:solidFill>
              </a:rPr>
              <a:t>     the lack of...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20.ladder n. </a:t>
            </a:r>
            <a:r>
              <a:rPr lang="en-US" altLang="zh-CN" sz="2400">
                <a:solidFill>
                  <a:schemeClr val="bg1"/>
                </a:solidFill>
              </a:rPr>
              <a:t>梯子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21.lame adj. </a:t>
            </a:r>
            <a:r>
              <a:rPr lang="en-US" altLang="zh-CN" sz="2400">
                <a:solidFill>
                  <a:schemeClr val="bg1"/>
                </a:solidFill>
              </a:rPr>
              <a:t>瘸的；残废的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地主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landlord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景色；风景画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landscape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24.lane n. </a:t>
            </a:r>
            <a:r>
              <a:rPr lang="en-US" altLang="zh-CN" sz="2400">
                <a:solidFill>
                  <a:schemeClr val="bg1"/>
                </a:solidFill>
              </a:rPr>
              <a:t>里弄；小巷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灯笼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lantern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</a:t>
            </a:r>
            <a:r>
              <a:rPr lang="zh-CN" altLang="en-US" sz="2400"/>
              <a:t>恶棍；坏蛋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villain</a:t>
            </a:r>
            <a:endParaRPr lang="en-US" altLang="zh-CN" sz="2400"/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出席会议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present at the meeting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对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有害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harmful to</a:t>
            </a:r>
            <a:r>
              <a:rPr lang="en-US" altLang="zh-CN" sz="2400">
                <a:solidFill>
                  <a:schemeClr val="tx1"/>
                </a:solidFill>
              </a:rPr>
              <a:t>=</a:t>
            </a:r>
            <a:r>
              <a:rPr lang="en-US" altLang="zh-CN" sz="2400">
                <a:solidFill>
                  <a:schemeClr val="bg1"/>
                </a:solidFill>
              </a:rPr>
              <a:t>do harm to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专心致志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absorbed in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可用作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serve as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可能性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likelihood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某人有可能做某事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sb. be likely to do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8.come about </a:t>
            </a:r>
            <a:r>
              <a:rPr lang="en-US" altLang="zh-CN" sz="2400">
                <a:solidFill>
                  <a:schemeClr val="bg1"/>
                </a:solidFill>
              </a:rPr>
              <a:t>发生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良好的开端是成功的一半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well begun is half done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高浓度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high concentration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822</Words>
  <Application>WPS 演示</Application>
  <PresentationFormat>宽屏</PresentationFormat>
  <Paragraphs>44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161</cp:revision>
  <dcterms:created xsi:type="dcterms:W3CDTF">2019-06-19T02:08:00Z</dcterms:created>
  <dcterms:modified xsi:type="dcterms:W3CDTF">2024-09-30T02:43:56Z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4CF9120F4210456EA035DC583E119EBD_11</vt:lpwstr>
  </property>
</Properties>
</file>