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投递；发表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deliver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n. </a:t>
            </a:r>
            <a:r>
              <a:rPr lang="en-US" altLang="zh-CN" sz="2400">
                <a:solidFill>
                  <a:schemeClr val="bg1"/>
                </a:solidFill>
              </a:rPr>
              <a:t>delivery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2.demanding adj. </a:t>
            </a:r>
            <a:r>
              <a:rPr lang="en-US" altLang="zh-CN" sz="2400">
                <a:solidFill>
                  <a:schemeClr val="bg1"/>
                </a:solidFill>
              </a:rPr>
              <a:t>要求高的；费力的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民主的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democratic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4.demonstrate v. </a:t>
            </a:r>
            <a:r>
              <a:rPr lang="en-US" altLang="zh-CN" sz="2400">
                <a:solidFill>
                  <a:schemeClr val="bg1"/>
                </a:solidFill>
              </a:rPr>
              <a:t>论证；说明；游行示威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5.dense adj. </a:t>
            </a:r>
            <a:r>
              <a:rPr lang="en-US" altLang="zh-CN" sz="2400">
                <a:solidFill>
                  <a:schemeClr val="bg1"/>
                </a:solidFill>
              </a:rPr>
              <a:t>稠密的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牙医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dentist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不可否认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en-US" altLang="zh-CN" sz="2400">
                <a:solidFill>
                  <a:schemeClr val="bg1"/>
                </a:solidFill>
              </a:rPr>
              <a:t>it can not be denied that / there is no denying that...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启程；出发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departure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9.deposit v. </a:t>
            </a:r>
            <a:r>
              <a:rPr lang="en-US" altLang="zh-CN" sz="2400">
                <a:solidFill>
                  <a:schemeClr val="bg1"/>
                </a:solidFill>
              </a:rPr>
              <a:t>存放；储蓄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10.depth n. </a:t>
            </a:r>
            <a:r>
              <a:rPr lang="en-US" altLang="zh-CN" sz="2400">
                <a:solidFill>
                  <a:schemeClr val="bg1"/>
                </a:solidFill>
              </a:rPr>
              <a:t>深度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描述；形容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describe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n. </a:t>
            </a:r>
            <a:r>
              <a:rPr lang="en-US" altLang="zh-CN" sz="2400">
                <a:solidFill>
                  <a:schemeClr val="bg1"/>
                </a:solidFill>
              </a:rPr>
              <a:t>description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12.desert n. </a:t>
            </a:r>
            <a:r>
              <a:rPr lang="en-US" altLang="zh-CN" sz="2400">
                <a:solidFill>
                  <a:schemeClr val="bg1"/>
                </a:solidFill>
              </a:rPr>
              <a:t>沙漠</a:t>
            </a:r>
            <a:r>
              <a:rPr lang="en-US" altLang="zh-CN" sz="2400">
                <a:solidFill>
                  <a:schemeClr val="tx1"/>
                </a:solidFill>
              </a:rPr>
              <a:t>  v. </a:t>
            </a:r>
            <a:r>
              <a:rPr lang="en-US" altLang="zh-CN" sz="2400">
                <a:solidFill>
                  <a:schemeClr val="bg1"/>
                </a:solidFill>
              </a:rPr>
              <a:t>抛弃；遗弃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13.deserve well of </a:t>
            </a:r>
            <a:r>
              <a:rPr lang="en-US" altLang="zh-CN" sz="2400">
                <a:solidFill>
                  <a:schemeClr val="bg1"/>
                </a:solidFill>
              </a:rPr>
              <a:t>应受到...奖励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14.designedly adv. </a:t>
            </a:r>
            <a:r>
              <a:rPr lang="en-US" altLang="zh-CN" sz="2400">
                <a:solidFill>
                  <a:schemeClr val="bg1"/>
                </a:solidFill>
              </a:rPr>
              <a:t>故意地；有意地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5.desirable adj. </a:t>
            </a:r>
            <a:r>
              <a:rPr lang="en-US" altLang="zh-CN" sz="2400">
                <a:solidFill>
                  <a:schemeClr val="bg1"/>
                </a:solidFill>
              </a:rPr>
              <a:t>妩媚动人的；可取的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16.despair n. </a:t>
            </a:r>
            <a:r>
              <a:rPr lang="en-US" altLang="zh-CN" sz="2400">
                <a:solidFill>
                  <a:schemeClr val="bg1"/>
                </a:solidFill>
              </a:rPr>
              <a:t>绝望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17.desperate adj. </a:t>
            </a:r>
            <a:r>
              <a:rPr lang="en-US" altLang="zh-CN" sz="2400">
                <a:solidFill>
                  <a:schemeClr val="bg1"/>
                </a:solidFill>
              </a:rPr>
              <a:t>不顾一切的；绝望的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甜点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dessert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终点；目标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destination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毁灭性的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destructive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详尽地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in detail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侦查；察觉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detect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23.device n. </a:t>
            </a:r>
            <a:r>
              <a:rPr lang="en-US" altLang="zh-CN" sz="2400">
                <a:solidFill>
                  <a:schemeClr val="bg1"/>
                </a:solidFill>
              </a:rPr>
              <a:t>装置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24.devote oneself to </a:t>
            </a:r>
            <a:r>
              <a:rPr lang="en-US" altLang="zh-CN" sz="2400">
                <a:solidFill>
                  <a:schemeClr val="bg1"/>
                </a:solidFill>
              </a:rPr>
              <a:t>献身于；致力于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诊断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diagnose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WPS 演示</Application>
  <PresentationFormat>宽屏</PresentationFormat>
  <Paragraphs>29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2024-05-01T07:56:08Z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6EAE76C1662D457E91C069ABEFCED78F_11</vt:lpwstr>
  </property>
</Properties>
</file>