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1.fantastic adj. </a:t>
            </a:r>
            <a:r>
              <a:rPr lang="zh-CN" altLang="en-US" sz="2400">
                <a:solidFill>
                  <a:schemeClr val="bg1"/>
                </a:solidFill>
              </a:rPr>
              <a:t>奇异的；异想天开的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幻想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fantasy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3.fare n. </a:t>
            </a:r>
            <a:r>
              <a:rPr lang="zh-CN" altLang="en-US" sz="2400">
                <a:solidFill>
                  <a:schemeClr val="bg1"/>
                </a:solidFill>
              </a:rPr>
              <a:t>车费；船票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告别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farewell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农民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farmer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极有吸引力的；迷人的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fascinating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流行的；时髦的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fashionable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8.fast n. </a:t>
            </a:r>
            <a:r>
              <a:rPr lang="zh-CN" altLang="en-US" sz="2400">
                <a:solidFill>
                  <a:schemeClr val="bg1"/>
                </a:solidFill>
              </a:rPr>
              <a:t>禁食；节食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系好安全带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fasten the seat-belts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10.fatal adj. </a:t>
            </a:r>
            <a:r>
              <a:rPr lang="zh-CN" altLang="en-US" sz="2400">
                <a:solidFill>
                  <a:schemeClr val="bg1"/>
                </a:solidFill>
              </a:rPr>
              <a:t>致命的；毁灭性的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11.find fault with </a:t>
            </a:r>
            <a:r>
              <a:rPr lang="zh-CN" altLang="en-US" sz="2400">
                <a:solidFill>
                  <a:schemeClr val="bg1"/>
                </a:solidFill>
              </a:rPr>
              <a:t>挑毛病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12.do sb. a favor </a:t>
            </a:r>
            <a:r>
              <a:rPr lang="zh-CN" altLang="en-US" sz="2400">
                <a:solidFill>
                  <a:schemeClr val="bg1"/>
                </a:solidFill>
              </a:rPr>
              <a:t>帮某人一个忙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owe sb. a favor </a:t>
            </a:r>
            <a:r>
              <a:rPr lang="zh-CN" altLang="en-US" sz="2400">
                <a:solidFill>
                  <a:schemeClr val="bg1"/>
                </a:solidFill>
              </a:rPr>
              <a:t>欠某人一个人情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in favor of sth. </a:t>
            </a:r>
            <a:r>
              <a:rPr lang="zh-CN" altLang="en-US" sz="2400">
                <a:solidFill>
                  <a:schemeClr val="bg1"/>
                </a:solidFill>
              </a:rPr>
              <a:t>支持；赞同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13.be filled with fear </a:t>
            </a:r>
            <a:r>
              <a:rPr lang="zh-CN" altLang="en-US" sz="2400">
                <a:solidFill>
                  <a:schemeClr val="bg1"/>
                </a:solidFill>
              </a:rPr>
              <a:t>充满恐惧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唯恐迟到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for fear that he is late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可行的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feasible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特征；特色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feature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以果蔬为食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feed on fruits and vegetables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厌烦了无尽的工作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be fed up with the countless works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反馈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feedback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女性；雌的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female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栅栏；篱笆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fence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肥沃的</a:t>
            </a:r>
            <a:r>
              <a:rPr lang="en-US" altLang="zh-CN" sz="2400">
                <a:solidFill>
                  <a:schemeClr val="tx1"/>
                </a:solidFill>
              </a:rPr>
              <a:t> adj.</a:t>
            </a:r>
            <a:r>
              <a:rPr lang="zh-CN" altLang="en-US" sz="2400">
                <a:solidFill>
                  <a:schemeClr val="bg1"/>
                </a:solidFill>
              </a:rPr>
              <a:t> fertile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节日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festival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23.fetch v. </a:t>
            </a:r>
            <a:r>
              <a:rPr lang="zh-CN" altLang="en-US" sz="2400">
                <a:solidFill>
                  <a:schemeClr val="bg1"/>
                </a:solidFill>
              </a:rPr>
              <a:t>拿来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纤维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fiber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25.fiction n. </a:t>
            </a:r>
            <a:r>
              <a:rPr lang="zh-CN" altLang="en-US" sz="2400">
                <a:solidFill>
                  <a:schemeClr val="bg1"/>
                </a:solidFill>
              </a:rPr>
              <a:t>小说；虚构的事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</Words>
  <Application>WPS 演示</Application>
  <PresentationFormat>宽屏</PresentationFormat>
  <Paragraphs>30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2024-05-11T03:22:49Z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724D8C7D093B4B6EA49D1D7D87B3C2D3_11</vt:lpwstr>
  </property>
</Properties>
</file>