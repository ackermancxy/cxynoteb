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1.update v. </a:t>
            </a:r>
            <a:r>
              <a:rPr lang="zh-CN" altLang="en-US" sz="2400">
                <a:solidFill>
                  <a:schemeClr val="bg1"/>
                </a:solidFill>
              </a:rPr>
              <a:t>更新；使现代化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2.dawn n. </a:t>
            </a:r>
            <a:r>
              <a:rPr lang="zh-CN" altLang="en-US" sz="2400">
                <a:solidFill>
                  <a:schemeClr val="bg1"/>
                </a:solidFill>
              </a:rPr>
              <a:t>黎明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某人意识到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it dawned on sb. that...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最后期限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deadline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对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充耳不闻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turn a deaf ear to...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该是采取措施治理环境污染的时候了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It’s high time to take measures to deal with the environment pollution.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辩论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debate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债务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debt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十年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decade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腐烂；衰败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decay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欺骗；蒙蔽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deceive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得体的；正派的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decent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12.deck n. </a:t>
            </a:r>
            <a:r>
              <a:rPr lang="zh-CN" altLang="en-US" sz="2400">
                <a:solidFill>
                  <a:schemeClr val="bg1"/>
                </a:solidFill>
              </a:rPr>
              <a:t>甲板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宣布；宣言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declaration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14.decline v. </a:t>
            </a:r>
            <a:r>
              <a:rPr lang="zh-CN" altLang="en-US" sz="2400">
                <a:solidFill>
                  <a:schemeClr val="bg1"/>
                </a:solidFill>
              </a:rPr>
              <a:t>下降；拒绝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装饰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decorate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16.good deeds </a:t>
            </a:r>
            <a:r>
              <a:rPr lang="zh-CN" altLang="en-US" sz="2400">
                <a:solidFill>
                  <a:schemeClr val="bg1"/>
                </a:solidFill>
              </a:rPr>
              <a:t>善事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17.defeat v. </a:t>
            </a:r>
            <a:r>
              <a:rPr lang="zh-CN" altLang="en-US" sz="2400">
                <a:solidFill>
                  <a:schemeClr val="bg1"/>
                </a:solidFill>
              </a:rPr>
              <a:t>击败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防御；保卫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defend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明确的；确定的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definite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20.degree n. </a:t>
            </a:r>
            <a:r>
              <a:rPr lang="zh-CN" altLang="en-US" sz="2400">
                <a:solidFill>
                  <a:schemeClr val="bg1"/>
                </a:solidFill>
              </a:rPr>
              <a:t>程度；学位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21.delay v. </a:t>
            </a:r>
            <a:r>
              <a:rPr lang="zh-CN" altLang="en-US" sz="2400">
                <a:solidFill>
                  <a:schemeClr val="bg1"/>
                </a:solidFill>
              </a:rPr>
              <a:t>推迟；延期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22.delegate n. </a:t>
            </a:r>
            <a:r>
              <a:rPr lang="zh-CN" altLang="en-US" sz="2400">
                <a:solidFill>
                  <a:schemeClr val="bg1"/>
                </a:solidFill>
              </a:rPr>
              <a:t>代表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23.delete v. </a:t>
            </a:r>
            <a:r>
              <a:rPr lang="zh-CN" altLang="en-US" sz="2400">
                <a:solidFill>
                  <a:schemeClr val="bg1"/>
                </a:solidFill>
              </a:rPr>
              <a:t>删除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慎重的；故意的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deliberate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纤细的；雅致的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delicate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26.to one’s delight </a:t>
            </a:r>
            <a:r>
              <a:rPr lang="zh-CN" altLang="en-US" sz="2400">
                <a:solidFill>
                  <a:schemeClr val="bg1"/>
                </a:solidFill>
              </a:rPr>
              <a:t>令某人高兴的是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2024-04-30T08:17:31Z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0C50A894A8834723A644468935AA3065_11</vt:lpwstr>
  </property>
</Properties>
</file>