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排队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queue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辞职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quit one’s job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3.quote v. </a:t>
            </a:r>
            <a:r>
              <a:rPr lang="en-US" altLang="zh-CN" sz="2400">
                <a:solidFill>
                  <a:schemeClr val="bg1"/>
                </a:solidFill>
              </a:rPr>
              <a:t>引用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4.race n. </a:t>
            </a:r>
            <a:r>
              <a:rPr lang="en-US" altLang="zh-CN" sz="2400">
                <a:solidFill>
                  <a:schemeClr val="bg1"/>
                </a:solidFill>
              </a:rPr>
              <a:t>人种；赛跑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辐射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radiation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6.radium n. </a:t>
            </a:r>
            <a:r>
              <a:rPr lang="en-US" altLang="zh-CN" sz="2400">
                <a:solidFill>
                  <a:schemeClr val="bg1"/>
                </a:solidFill>
              </a:rPr>
              <a:t>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7.railway n. </a:t>
            </a:r>
            <a:r>
              <a:rPr lang="en-US" altLang="zh-CN" sz="2400">
                <a:solidFill>
                  <a:schemeClr val="bg1"/>
                </a:solidFill>
              </a:rPr>
              <a:t>铁路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雨衣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raincoat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9.raise v. </a:t>
            </a:r>
            <a:r>
              <a:rPr lang="en-US" altLang="zh-CN" sz="2400">
                <a:solidFill>
                  <a:schemeClr val="bg1"/>
                </a:solidFill>
              </a:rPr>
              <a:t>举起；喂养；筹集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任意的；随机的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random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年龄从</a:t>
            </a:r>
            <a:r>
              <a:rPr lang="en-US" altLang="zh-CN" sz="2400">
                <a:solidFill>
                  <a:schemeClr val="tx1"/>
                </a:solidFill>
              </a:rPr>
              <a:t>10</a:t>
            </a:r>
            <a:r>
              <a:rPr lang="zh-CN" altLang="en-US" sz="2400">
                <a:solidFill>
                  <a:schemeClr val="tx1"/>
                </a:solidFill>
              </a:rPr>
              <a:t>岁到</a:t>
            </a:r>
            <a:r>
              <a:rPr lang="en-US" altLang="zh-CN" sz="2400">
                <a:solidFill>
                  <a:schemeClr val="tx1"/>
                </a:solidFill>
              </a:rPr>
              <a:t>50</a:t>
            </a:r>
            <a:r>
              <a:rPr lang="zh-CN" altLang="en-US" sz="2400">
                <a:solidFill>
                  <a:schemeClr val="tx1"/>
                </a:solidFill>
              </a:rPr>
              <a:t>岁不等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range in age from 10 to 50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12.rank v. </a:t>
            </a:r>
            <a:r>
              <a:rPr lang="en-US" altLang="zh-CN" sz="2400">
                <a:solidFill>
                  <a:schemeClr val="bg1"/>
                </a:solidFill>
              </a:rPr>
              <a:t>排行(列)；分等级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排列；队形；地位；军衔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13.rapid adj. </a:t>
            </a:r>
            <a:r>
              <a:rPr lang="en-US" altLang="zh-CN" sz="2400">
                <a:solidFill>
                  <a:schemeClr val="bg1"/>
                </a:solidFill>
              </a:rPr>
              <a:t>快速的；迅速的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稀有的；罕见的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rare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比率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rate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宁愿做</a:t>
            </a:r>
            <a:r>
              <a:rPr lang="en-US" altLang="zh-CN" sz="2400">
                <a:solidFill>
                  <a:schemeClr val="tx1"/>
                </a:solidFill>
              </a:rPr>
              <a:t>A</a:t>
            </a:r>
            <a:r>
              <a:rPr lang="zh-CN" altLang="en-US" sz="2400">
                <a:solidFill>
                  <a:schemeClr val="tx1"/>
                </a:solidFill>
              </a:rPr>
              <a:t>也不愿做</a:t>
            </a:r>
            <a:r>
              <a:rPr lang="en-US" altLang="zh-CN" sz="2400">
                <a:solidFill>
                  <a:schemeClr val="tx1"/>
                </a:solidFill>
              </a:rPr>
              <a:t>B</a:t>
            </a:r>
            <a:r>
              <a:rPr lang="zh-CN" altLang="en-US" sz="2400">
                <a:solidFill>
                  <a:schemeClr val="tx1"/>
                </a:solidFill>
              </a:rPr>
              <a:t>（三个句型）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en-US" altLang="zh-CN" sz="2400">
                <a:solidFill>
                  <a:schemeClr val="bg1"/>
                </a:solidFill>
              </a:rPr>
              <a:t>prefer to do A rather than do 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    would do A rather than do 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     would rather do A than do 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原材料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raw material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18.within one’s reach </a:t>
            </a:r>
            <a:r>
              <a:rPr lang="en-US" altLang="zh-CN" sz="2400">
                <a:solidFill>
                  <a:schemeClr val="bg1"/>
                </a:solidFill>
              </a:rPr>
              <a:t>在某人可触及范围内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反应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reaction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20.readily adv. </a:t>
            </a:r>
            <a:r>
              <a:rPr lang="en-US" altLang="zh-CN" sz="2400">
                <a:solidFill>
                  <a:schemeClr val="bg1"/>
                </a:solidFill>
              </a:rPr>
              <a:t>乐意地；迅速地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为即将到来的期末考试做好准备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get ready for the coming final exam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现时的；逼真的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realistic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2024-07-01T03:09:01Z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7BC2A111FB3F4797931A3272FE100C0D_11</vt:lpwstr>
  </property>
</Properties>
</file>