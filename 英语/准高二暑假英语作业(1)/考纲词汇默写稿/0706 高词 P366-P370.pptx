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sz="2400">
                <a:solidFill>
                  <a:schemeClr val="tx1"/>
                </a:solidFill>
              </a:rPr>
              <a:t>根植于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rooted in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root out </a:t>
            </a:r>
            <a:r>
              <a:rPr lang="en-US" altLang="zh-CN" sz="2400">
                <a:solidFill>
                  <a:schemeClr val="bg1"/>
                </a:solidFill>
              </a:rPr>
              <a:t>发现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2.rope n. </a:t>
            </a:r>
            <a:r>
              <a:rPr lang="en-US" altLang="zh-CN" sz="2400">
                <a:solidFill>
                  <a:schemeClr val="bg1"/>
                </a:solidFill>
              </a:rPr>
              <a:t>粗绳；索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3.rotten adj. </a:t>
            </a:r>
            <a:r>
              <a:rPr lang="en-US" altLang="zh-CN" sz="2400">
                <a:solidFill>
                  <a:schemeClr val="bg1"/>
                </a:solidFill>
              </a:rPr>
              <a:t>腐烂的；腐败的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4.rough adj. </a:t>
            </a:r>
            <a:r>
              <a:rPr lang="en-US" altLang="zh-CN" sz="2400">
                <a:solidFill>
                  <a:schemeClr val="bg1"/>
                </a:solidFill>
              </a:rPr>
              <a:t>粗糙的；崎岖的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例行公事；惯例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routine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橡胶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robber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7.ruin v. </a:t>
            </a:r>
            <a:r>
              <a:rPr lang="en-US" altLang="zh-CN" sz="2400">
                <a:solidFill>
                  <a:schemeClr val="bg1"/>
                </a:solidFill>
              </a:rPr>
              <a:t>毁坏；成为废墟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n. </a:t>
            </a:r>
            <a:r>
              <a:rPr lang="en-US" altLang="zh-CN" sz="2400">
                <a:solidFill>
                  <a:schemeClr val="bg1"/>
                </a:solidFill>
              </a:rPr>
              <a:t>毁灭；废墟；遗迹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8.rule v. </a:t>
            </a:r>
            <a:r>
              <a:rPr lang="en-US" altLang="zh-CN" sz="2400">
                <a:solidFill>
                  <a:schemeClr val="bg1"/>
                </a:solidFill>
              </a:rPr>
              <a:t>统治；管理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9.run after </a:t>
            </a:r>
            <a:r>
              <a:rPr lang="en-US" altLang="zh-CN" sz="2400">
                <a:solidFill>
                  <a:schemeClr val="bg1"/>
                </a:solidFill>
              </a:rPr>
              <a:t>追赶；追逐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run away </a:t>
            </a:r>
            <a:r>
              <a:rPr lang="en-US" altLang="zh-CN" sz="2400">
                <a:solidFill>
                  <a:schemeClr val="bg1"/>
                </a:solidFill>
              </a:rPr>
              <a:t>逃走；离家出走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run into </a:t>
            </a:r>
            <a:r>
              <a:rPr lang="en-US" altLang="zh-CN" sz="2400">
                <a:solidFill>
                  <a:schemeClr val="bg1"/>
                </a:solidFill>
              </a:rPr>
              <a:t>遭遇；偶然遇见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run out of </a:t>
            </a:r>
            <a:r>
              <a:rPr lang="en-US" altLang="zh-CN" sz="2400">
                <a:solidFill>
                  <a:schemeClr val="bg1"/>
                </a:solidFill>
              </a:rPr>
              <a:t>耗尽；用完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农村的；乡村的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rural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11.sacred adj. </a:t>
            </a:r>
            <a:r>
              <a:rPr lang="en-US" altLang="zh-CN" sz="2400">
                <a:solidFill>
                  <a:schemeClr val="bg1"/>
                </a:solidFill>
              </a:rPr>
              <a:t>神圣的；受尊重的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牺牲；献祭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sacrifice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平安；安全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safety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水手；海员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sailor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15.for one’s own sake </a:t>
            </a:r>
            <a:r>
              <a:rPr lang="en-US" altLang="zh-CN" sz="2400">
                <a:solidFill>
                  <a:schemeClr val="bg1"/>
                </a:solidFill>
              </a:rPr>
              <a:t>为了自己的利益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for the sake of </a:t>
            </a:r>
            <a:r>
              <a:rPr lang="en-US" altLang="zh-CN" sz="2400">
                <a:solidFill>
                  <a:schemeClr val="bg1"/>
                </a:solidFill>
              </a:rPr>
              <a:t>由于；为了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薪水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salary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17.on sale </a:t>
            </a:r>
            <a:r>
              <a:rPr lang="en-US" altLang="zh-CN" sz="2400">
                <a:solidFill>
                  <a:schemeClr val="bg1"/>
                </a:solidFill>
              </a:rPr>
              <a:t>廉价出售；出售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18.all the same </a:t>
            </a:r>
            <a:r>
              <a:rPr lang="en-US" altLang="zh-CN" sz="2400">
                <a:solidFill>
                  <a:schemeClr val="bg1"/>
                </a:solidFill>
              </a:rPr>
              <a:t>仍然；还是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think the same of </a:t>
            </a:r>
            <a:r>
              <a:rPr lang="en-US" altLang="zh-CN" sz="2400">
                <a:solidFill>
                  <a:schemeClr val="bg1"/>
                </a:solidFill>
              </a:rPr>
              <a:t>对...保持不变的看法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WPS 演示</Application>
  <PresentationFormat>宽屏</PresentationFormat>
  <Paragraphs>27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158</cp:revision>
  <dcterms:created xsi:type="dcterms:W3CDTF">2019-06-19T02:08:00Z</dcterms:created>
  <dcterms:modified xsi:type="dcterms:W3CDTF">2024-10-14T23:54:44Z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008E54FFD5B447F2B627A116EE9150DE_11</vt:lpwstr>
  </property>
</Properties>
</file>