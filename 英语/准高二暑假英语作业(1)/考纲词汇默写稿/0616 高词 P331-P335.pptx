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原理；原则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principle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2.prior adj. </a:t>
            </a:r>
            <a:r>
              <a:rPr lang="en-US" altLang="zh-CN" sz="2400">
                <a:solidFill>
                  <a:schemeClr val="bg1"/>
                </a:solidFill>
              </a:rPr>
              <a:t>先前的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监狱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prison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4.in private </a:t>
            </a:r>
            <a:r>
              <a:rPr lang="en-US" altLang="zh-CN" sz="2400">
                <a:solidFill>
                  <a:schemeClr val="bg1"/>
                </a:solidFill>
              </a:rPr>
              <a:t>私下的；私密的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程序；步骤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procedure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6.proceed v. </a:t>
            </a:r>
            <a:r>
              <a:rPr lang="en-US" altLang="zh-CN" sz="2400">
                <a:solidFill>
                  <a:schemeClr val="bg1"/>
                </a:solidFill>
              </a:rPr>
              <a:t>继续进行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产品；产物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product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生产的；富有成效的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productive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9.professional n. </a:t>
            </a:r>
            <a:r>
              <a:rPr lang="en-US" altLang="zh-CN" sz="2400">
                <a:solidFill>
                  <a:schemeClr val="bg1"/>
                </a:solidFill>
              </a:rPr>
              <a:t>专业人员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10.profile n. </a:t>
            </a:r>
            <a:r>
              <a:rPr lang="en-US" altLang="zh-CN" sz="2400">
                <a:solidFill>
                  <a:schemeClr val="bg1"/>
                </a:solidFill>
              </a:rPr>
              <a:t>侧面；轮廓；简介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利润；利益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profit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取得进步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gain progress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13.prohibit v. </a:t>
            </a:r>
            <a:r>
              <a:rPr lang="en-US" altLang="zh-CN" sz="2400">
                <a:solidFill>
                  <a:schemeClr val="bg1"/>
                </a:solidFill>
              </a:rPr>
              <a:t>禁止；阻止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14.break one’s promise </a:t>
            </a:r>
            <a:r>
              <a:rPr lang="en-US" altLang="zh-CN" sz="2400">
                <a:solidFill>
                  <a:schemeClr val="bg1"/>
                </a:solidFill>
              </a:rPr>
              <a:t>违背承诺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keep one’s promise </a:t>
            </a:r>
            <a:r>
              <a:rPr lang="en-US" altLang="zh-CN" sz="2400">
                <a:solidFill>
                  <a:schemeClr val="bg1"/>
                </a:solidFill>
              </a:rPr>
              <a:t>遵守诺言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提升；晋级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promotion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发音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pronunciation</a:t>
            </a:r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证明；证据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proof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18.property n. </a:t>
            </a:r>
            <a:r>
              <a:rPr lang="en-US" altLang="zh-CN" sz="2400">
                <a:solidFill>
                  <a:schemeClr val="bg1"/>
                </a:solidFill>
              </a:rPr>
              <a:t>财产；地产；所有权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比例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proportion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提议；建议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proposal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21.prospect v. </a:t>
            </a:r>
            <a:r>
              <a:rPr lang="en-US" altLang="zh-CN" sz="2400">
                <a:solidFill>
                  <a:schemeClr val="bg1"/>
                </a:solidFill>
              </a:rPr>
              <a:t>勘探；勘察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n. </a:t>
            </a:r>
            <a:r>
              <a:rPr lang="en-US" altLang="zh-CN" sz="2400">
                <a:solidFill>
                  <a:schemeClr val="bg1"/>
                </a:solidFill>
              </a:rPr>
              <a:t>预期；前景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2024-06-16T03:46:53Z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817BA0A3503B4F44A762314469A981A8_11</vt:lpwstr>
  </property>
</Properties>
</file>