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发胖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gain weight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gainful adj. </a:t>
            </a:r>
            <a:r>
              <a:rPr lang="en-US" altLang="zh-CN" sz="2400">
                <a:solidFill>
                  <a:schemeClr val="bg1"/>
                </a:solidFill>
              </a:rPr>
              <a:t>有报酬的；赚钱的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2.gallery n. </a:t>
            </a:r>
            <a:r>
              <a:rPr lang="en-US" altLang="zh-CN" sz="2400">
                <a:solidFill>
                  <a:schemeClr val="bg1"/>
                </a:solidFill>
              </a:rPr>
              <a:t>走廊；画廊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赌博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gamble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（歹徒）一帮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gang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代沟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generation gap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汽车间；汽修厂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garage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7.garbage n. </a:t>
            </a:r>
            <a:r>
              <a:rPr lang="en-US" altLang="zh-CN" sz="2400">
                <a:solidFill>
                  <a:schemeClr val="bg1"/>
                </a:solidFill>
              </a:rPr>
              <a:t>垃圾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8.gasoline n. </a:t>
            </a:r>
            <a:r>
              <a:rPr lang="en-US" altLang="zh-CN" sz="2400">
                <a:solidFill>
                  <a:schemeClr val="bg1"/>
                </a:solidFill>
              </a:rPr>
              <a:t>汽油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9.gate n. </a:t>
            </a:r>
            <a:r>
              <a:rPr lang="en-US" altLang="zh-CN" sz="2400">
                <a:solidFill>
                  <a:schemeClr val="bg1"/>
                </a:solidFill>
              </a:rPr>
              <a:t>大门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10.gather v. </a:t>
            </a:r>
            <a:r>
              <a:rPr lang="en-US" altLang="zh-CN" sz="2400">
                <a:solidFill>
                  <a:schemeClr val="bg1"/>
                </a:solidFill>
              </a:rPr>
              <a:t>使聚集；收集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凝视着坍塌的城市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gaze at the collapsed city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性别平等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gender equality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总体而言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general speaking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14.generated by the solar power </a:t>
            </a:r>
            <a:r>
              <a:rPr lang="en-US" altLang="zh-CN" sz="2400">
                <a:solidFill>
                  <a:schemeClr val="bg1"/>
                </a:solidFill>
              </a:rPr>
              <a:t>由太阳供能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慷慨的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generous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天才；天才人物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genius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绅士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gentleman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真诚的；非伪造的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genunie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几何学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geometry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20.germ n. </a:t>
            </a:r>
            <a:r>
              <a:rPr lang="en-US" altLang="zh-CN" sz="2400">
                <a:solidFill>
                  <a:schemeClr val="bg1"/>
                </a:solidFill>
              </a:rPr>
              <a:t>病菌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21.gesture n. </a:t>
            </a:r>
            <a:r>
              <a:rPr lang="en-US" altLang="zh-CN" sz="2400">
                <a:solidFill>
                  <a:schemeClr val="bg1"/>
                </a:solidFill>
              </a:rPr>
              <a:t>手势；姿态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22.get off </a:t>
            </a:r>
            <a:r>
              <a:rPr lang="en-US" altLang="zh-CN" sz="2400">
                <a:solidFill>
                  <a:schemeClr val="bg1"/>
                </a:solidFill>
              </a:rPr>
              <a:t>下车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get along </a:t>
            </a:r>
            <a:r>
              <a:rPr lang="en-US" altLang="zh-CN" sz="2400">
                <a:solidFill>
                  <a:schemeClr val="bg1"/>
                </a:solidFill>
              </a:rPr>
              <a:t>前进；和睦相处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get up </a:t>
            </a:r>
            <a:r>
              <a:rPr lang="en-US" altLang="zh-CN" sz="2400">
                <a:solidFill>
                  <a:schemeClr val="bg1"/>
                </a:solidFill>
              </a:rPr>
              <a:t>起床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23.a literature giant </a:t>
            </a:r>
            <a:r>
              <a:rPr lang="en-US" altLang="zh-CN" sz="2400">
                <a:solidFill>
                  <a:schemeClr val="bg1"/>
                </a:solidFill>
              </a:rPr>
              <a:t>文学巨匠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在运动上有天赋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have a gift in sports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长颈鹿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giraffe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26.give in </a:t>
            </a:r>
            <a:r>
              <a:rPr lang="en-US" altLang="zh-CN" sz="2400">
                <a:solidFill>
                  <a:schemeClr val="bg1"/>
                </a:solidFill>
              </a:rPr>
              <a:t>屈服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give off </a:t>
            </a:r>
            <a:r>
              <a:rPr lang="en-US" altLang="zh-CN" sz="2400">
                <a:solidFill>
                  <a:schemeClr val="bg1"/>
                </a:solidFill>
              </a:rPr>
              <a:t>分发；散发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  give up </a:t>
            </a:r>
            <a:r>
              <a:rPr lang="en-US" altLang="zh-CN" sz="2400">
                <a:solidFill>
                  <a:schemeClr val="bg1"/>
                </a:solidFill>
              </a:rPr>
              <a:t>放弃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27.at the first glance </a:t>
            </a:r>
            <a:r>
              <a:rPr lang="en-US" altLang="zh-CN" sz="2400">
                <a:solidFill>
                  <a:schemeClr val="bg1"/>
                </a:solidFill>
              </a:rPr>
              <a:t>乍一看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glance at the pictures </a:t>
            </a:r>
            <a:r>
              <a:rPr lang="en-US" altLang="zh-CN" sz="2400">
                <a:solidFill>
                  <a:schemeClr val="bg1"/>
                </a:solidFill>
              </a:rPr>
              <a:t>扫视了一眼照片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WPS 演示</Application>
  <PresentationFormat>宽屏</PresentationFormat>
  <Paragraphs>35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2024-05-15T05:15:16Z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B3F782F8717A40FABCADE6DEFE01BA13_11</vt:lpwstr>
  </property>
</Properties>
</file>