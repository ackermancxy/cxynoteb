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1.pole n. </a:t>
            </a:r>
            <a:r>
              <a:rPr lang="zh-CN" altLang="en-US" sz="2400">
                <a:solidFill>
                  <a:schemeClr val="bg1"/>
                </a:solidFill>
              </a:rPr>
              <a:t>地极；电线杆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政策；方针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policy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擦亮；润色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polish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有礼貌的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polite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污染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pollution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6.pond n. </a:t>
            </a:r>
            <a:r>
              <a:rPr lang="zh-CN" altLang="en-US" sz="2400">
                <a:solidFill>
                  <a:schemeClr val="bg1"/>
                </a:solidFill>
              </a:rPr>
              <a:t>池塘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贫穷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poverty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受到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欢迎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popular with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人口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population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10.portable adj. </a:t>
            </a:r>
            <a:r>
              <a:rPr lang="zh-CN" altLang="en-US" sz="2400">
                <a:solidFill>
                  <a:schemeClr val="bg1"/>
                </a:solidFill>
              </a:rPr>
              <a:t>便携的；轻便的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肖像；画像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portrait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构成威胁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pose a threat to...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积极的态度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 positive attitude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占有；拥有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possess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15.post n. </a:t>
            </a:r>
            <a:r>
              <a:rPr lang="zh-CN" altLang="en-US" sz="2400">
                <a:solidFill>
                  <a:schemeClr val="bg1"/>
                </a:solidFill>
              </a:rPr>
              <a:t>邮政；职位；门柱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海报；招贴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poster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推迟；延迟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postpone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潜在的；可能的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potential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倾盆大雨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pouring rain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粉末；火药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en-US" altLang="zh-CN" sz="2400">
                <a:solidFill>
                  <a:schemeClr val="bg1"/>
                </a:solidFill>
              </a:rPr>
              <a:t> powder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21.empower v. </a:t>
            </a:r>
            <a:r>
              <a:rPr lang="en-US" altLang="zh-CN" sz="2400">
                <a:solidFill>
                  <a:schemeClr val="bg1"/>
                </a:solidFill>
              </a:rPr>
              <a:t>授权给；使能够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22.come to power </a:t>
            </a:r>
            <a:r>
              <a:rPr lang="en-US" altLang="zh-CN" sz="2400">
                <a:solidFill>
                  <a:schemeClr val="bg1"/>
                </a:solidFill>
              </a:rPr>
              <a:t>掌权；上台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强有力的；强大的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powerful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2024-06-13T12:18:31Z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D098D0424AD04D1CB038150B6305748D_11</vt:lpwstr>
  </property>
</Properties>
</file>