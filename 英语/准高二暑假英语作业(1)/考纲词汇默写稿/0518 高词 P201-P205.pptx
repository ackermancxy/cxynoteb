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1.gratitude n. </a:t>
            </a:r>
            <a:r>
              <a:rPr lang="zh-CN" altLang="en-US" sz="2400">
                <a:solidFill>
                  <a:schemeClr val="bg1"/>
                </a:solidFill>
              </a:rPr>
              <a:t>感激之情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2.grave adj. </a:t>
            </a:r>
            <a:r>
              <a:rPr lang="zh-CN" altLang="en-US" sz="2400">
                <a:solidFill>
                  <a:schemeClr val="bg1"/>
                </a:solidFill>
              </a:rPr>
              <a:t>庄严的；严肃的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引力；重力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gravity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贪婪地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greedy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5.grief n. </a:t>
            </a:r>
            <a:r>
              <a:rPr lang="zh-CN" altLang="en-US" sz="2400">
                <a:solidFill>
                  <a:schemeClr val="bg1"/>
                </a:solidFill>
              </a:rPr>
              <a:t>悲伤；悲痛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6.grocery n. </a:t>
            </a:r>
            <a:r>
              <a:rPr lang="zh-CN" altLang="en-US" sz="2400">
                <a:solidFill>
                  <a:schemeClr val="bg1"/>
                </a:solidFill>
              </a:rPr>
              <a:t>食品杂货店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7.grown-up n. </a:t>
            </a:r>
            <a:r>
              <a:rPr lang="zh-CN" altLang="en-US" sz="2400">
                <a:solidFill>
                  <a:schemeClr val="bg1"/>
                </a:solidFill>
              </a:rPr>
              <a:t>成年人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生长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growth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保证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guarantee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10.guard against pickpockets </a:t>
            </a:r>
            <a:r>
              <a:rPr lang="zh-CN" altLang="en-US" sz="2400">
                <a:solidFill>
                  <a:schemeClr val="bg1"/>
                </a:solidFill>
              </a:rPr>
              <a:t>防扒手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客人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guest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指导方针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guideline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有罪的；内疚的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guilty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14.gulf n. </a:t>
            </a:r>
            <a:r>
              <a:rPr lang="zh-CN" altLang="en-US" sz="2400">
                <a:solidFill>
                  <a:schemeClr val="bg1"/>
                </a:solidFill>
              </a:rPr>
              <a:t>海湾；鸿沟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体育馆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gymansium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16.be in the habit of writing diaries </a:t>
            </a:r>
            <a:r>
              <a:rPr lang="zh-CN" altLang="en-US" sz="2400">
                <a:solidFill>
                  <a:schemeClr val="bg1"/>
                </a:solidFill>
              </a:rPr>
              <a:t>有写日记的习惯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     form a habit </a:t>
            </a:r>
            <a:r>
              <a:rPr lang="zh-CN" altLang="en-US" sz="2400">
                <a:solidFill>
                  <a:schemeClr val="bg1"/>
                </a:solidFill>
              </a:rPr>
              <a:t>养成一个习惯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out of habit </a:t>
            </a:r>
            <a:r>
              <a:rPr lang="zh-CN" altLang="en-US" sz="2400">
                <a:solidFill>
                  <a:schemeClr val="bg1"/>
                </a:solidFill>
              </a:rPr>
              <a:t>出于习惯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17.habitat n.</a:t>
            </a:r>
            <a:r>
              <a:rPr lang="zh-CN" altLang="en-US" sz="2400">
                <a:solidFill>
                  <a:schemeClr val="bg1"/>
                </a:solidFill>
              </a:rPr>
              <a:t>栖息地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18.hall n. </a:t>
            </a:r>
            <a:r>
              <a:rPr lang="zh-CN" altLang="en-US" sz="2400">
                <a:solidFill>
                  <a:schemeClr val="bg1"/>
                </a:solidFill>
              </a:rPr>
              <a:t>大堂；礼堂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19.hammer n. </a:t>
            </a:r>
            <a:r>
              <a:rPr lang="zh-CN" altLang="en-US" sz="2400">
                <a:solidFill>
                  <a:schemeClr val="bg1"/>
                </a:solidFill>
              </a:rPr>
              <a:t>锤子；榔头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20.hand in </a:t>
            </a:r>
            <a:r>
              <a:rPr lang="zh-CN" altLang="en-US" sz="2400">
                <a:solidFill>
                  <a:schemeClr val="bg1"/>
                </a:solidFill>
              </a:rPr>
              <a:t>提交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hand over </a:t>
            </a:r>
            <a:r>
              <a:rPr lang="zh-CN" altLang="en-US" sz="2400">
                <a:solidFill>
                  <a:schemeClr val="bg1"/>
                </a:solidFill>
              </a:rPr>
              <a:t>移交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手帕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handkerchief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22.handle n. </a:t>
            </a:r>
            <a:r>
              <a:rPr lang="zh-CN" altLang="en-US" sz="2400">
                <a:solidFill>
                  <a:schemeClr val="bg1"/>
                </a:solidFill>
              </a:rPr>
              <a:t>把柄；把手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WPS 演示</Application>
  <PresentationFormat>宽屏</PresentationFormat>
  <Paragraphs>27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158</cp:revision>
  <dcterms:created xsi:type="dcterms:W3CDTF">2019-06-19T02:08:00Z</dcterms:created>
  <dcterms:modified xsi:type="dcterms:W3CDTF">2024-05-17T02:55:05Z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E36728D2084F45A9A93A199942987517_11</vt:lpwstr>
  </property>
</Properties>
</file>