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1.pick out </a:t>
            </a:r>
            <a:r>
              <a:rPr lang="zh-CN" altLang="en-US" sz="2400">
                <a:solidFill>
                  <a:schemeClr val="bg1"/>
                </a:solidFill>
              </a:rPr>
              <a:t>分辨出；挑选出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pick up </a:t>
            </a:r>
            <a:r>
              <a:rPr lang="zh-CN" altLang="en-US" sz="2400">
                <a:solidFill>
                  <a:schemeClr val="bg1"/>
                </a:solidFill>
              </a:rPr>
              <a:t>捡起；学会；接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2.pie n. </a:t>
            </a:r>
            <a:r>
              <a:rPr lang="zh-CN" altLang="en-US" sz="2400">
                <a:solidFill>
                  <a:schemeClr val="bg1"/>
                </a:solidFill>
              </a:rPr>
              <a:t>馅饼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鸽子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pigeon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4.a pile of apple </a:t>
            </a:r>
            <a:r>
              <a:rPr lang="zh-CN" altLang="en-US" sz="2400">
                <a:solidFill>
                  <a:schemeClr val="bg1"/>
                </a:solidFill>
              </a:rPr>
              <a:t>一堆苹果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枕头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pillow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6.pilot free trade zone </a:t>
            </a:r>
            <a:r>
              <a:rPr lang="zh-CN" altLang="en-US" sz="2400">
                <a:solidFill>
                  <a:schemeClr val="bg1"/>
                </a:solidFill>
              </a:rPr>
              <a:t>自由贸易试验区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7.pine n. </a:t>
            </a:r>
            <a:r>
              <a:rPr lang="zh-CN" altLang="en-US" sz="2400">
                <a:solidFill>
                  <a:schemeClr val="bg1"/>
                </a:solidFill>
              </a:rPr>
              <a:t>松树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先锋；开创者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pioneer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9.pitiful adj. </a:t>
            </a:r>
            <a:r>
              <a:rPr lang="zh-CN" altLang="en-US" sz="2400">
                <a:solidFill>
                  <a:schemeClr val="bg1"/>
                </a:solidFill>
              </a:rPr>
              <a:t>有同情心的；可怜的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平原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plain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行星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planet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塑料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plastic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平台；站台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platform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愉快；高兴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pleasure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15.plentiful adj. </a:t>
            </a:r>
            <a:r>
              <a:rPr lang="zh-CN" altLang="en-US" sz="2400">
                <a:solidFill>
                  <a:schemeClr val="bg1"/>
                </a:solidFill>
              </a:rPr>
              <a:t>充足的；多的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16.plenty of </a:t>
            </a:r>
            <a:r>
              <a:rPr lang="zh-CN" altLang="en-US" sz="2400">
                <a:solidFill>
                  <a:schemeClr val="bg1"/>
                </a:solidFill>
              </a:rPr>
              <a:t>许多；大量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7.plunge into </a:t>
            </a:r>
            <a:r>
              <a:rPr lang="zh-CN" altLang="en-US" sz="2400">
                <a:solidFill>
                  <a:schemeClr val="bg1"/>
                </a:solidFill>
              </a:rPr>
              <a:t>跳入；陷入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poetry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指出他的不足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piont out his shortcomings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毒物；毒药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poison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WPS 演示</Application>
  <PresentationFormat>宽屏</PresentationFormat>
  <Paragraphs>23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2024-06-12T10:36:40Z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4D5E803F59A6444F9E81E23908C2B66E_11</vt:lpwstr>
  </property>
</Properties>
</file>