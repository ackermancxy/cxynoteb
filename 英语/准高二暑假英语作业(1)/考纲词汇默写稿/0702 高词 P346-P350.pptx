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讲道理的；合理的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reasonable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反叛；造反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rebel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发票；收据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receipt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接待；接受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reception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5.recipe n. </a:t>
            </a:r>
            <a:r>
              <a:rPr lang="en-US" altLang="zh-CN" sz="2400">
                <a:solidFill>
                  <a:schemeClr val="bg1"/>
                </a:solidFill>
              </a:rPr>
              <a:t>食谱；诀窍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背诵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recite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认出；识别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recognize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推荐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recommend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9.a matter of record </a:t>
            </a:r>
            <a:r>
              <a:rPr lang="en-US" altLang="zh-CN" sz="2400">
                <a:solidFill>
                  <a:schemeClr val="bg1"/>
                </a:solidFill>
              </a:rPr>
              <a:t>正式记录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keep a record of </a:t>
            </a:r>
            <a:r>
              <a:rPr lang="en-US" altLang="zh-CN" sz="2400">
                <a:solidFill>
                  <a:schemeClr val="bg1"/>
                </a:solidFill>
              </a:rPr>
              <a:t>把...记录下来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on record </a:t>
            </a:r>
            <a:r>
              <a:rPr lang="en-US" altLang="zh-CN" sz="2400">
                <a:solidFill>
                  <a:schemeClr val="bg1"/>
                </a:solidFill>
              </a:rPr>
              <a:t>记录在案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从严重精神疾病恢复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recover from serious psychological disease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11.recreation n. </a:t>
            </a:r>
            <a:r>
              <a:rPr lang="en-US" altLang="zh-CN" sz="2400">
                <a:solidFill>
                  <a:schemeClr val="bg1"/>
                </a:solidFill>
              </a:rPr>
              <a:t>娱乐；消遣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回收利用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recycle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13.refer to </a:t>
            </a:r>
            <a:r>
              <a:rPr lang="en-US" altLang="zh-CN" sz="2400">
                <a:solidFill>
                  <a:schemeClr val="bg1"/>
                </a:solidFill>
              </a:rPr>
              <a:t>提到；参考；查阅；把...归因于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参考；查阅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reference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反思；反映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reflect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改革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reform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使恢复活力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refresh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冰箱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refrigerator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难民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en-US" altLang="zh-CN" sz="2400">
                <a:solidFill>
                  <a:schemeClr val="bg1"/>
                </a:solidFill>
              </a:rPr>
              <a:t> refugee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20.with regard to </a:t>
            </a:r>
            <a:r>
              <a:rPr lang="en-US" altLang="zh-CN" sz="2400">
                <a:solidFill>
                  <a:schemeClr val="bg1"/>
                </a:solidFill>
              </a:rPr>
              <a:t>关于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give one’s regards to </a:t>
            </a:r>
            <a:r>
              <a:rPr lang="en-US" altLang="zh-CN" sz="2400">
                <a:solidFill>
                  <a:schemeClr val="bg1"/>
                </a:solidFill>
              </a:rPr>
              <a:t>向...问候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毫不在意的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regardless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</Words>
  <Application>WPS 演示</Application>
  <PresentationFormat>宽屏</PresentationFormat>
  <Paragraphs>26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2024-07-01T14:30:44Z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517AA8840E3747C9850D6CE5B610C993_11</vt:lpwstr>
  </property>
</Properties>
</file>