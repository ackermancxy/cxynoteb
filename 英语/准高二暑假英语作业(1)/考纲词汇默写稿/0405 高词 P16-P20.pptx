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旨在；向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瞄准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aim at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2.air one’s opinion </a:t>
            </a:r>
            <a:r>
              <a:rPr lang="en-US" altLang="zh-CN" sz="2400">
                <a:solidFill>
                  <a:schemeClr val="bg1"/>
                </a:solidFill>
              </a:rPr>
              <a:t>说出某人的观点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3.aircraft n. </a:t>
            </a:r>
            <a:r>
              <a:rPr lang="en-US" altLang="zh-CN" sz="2400">
                <a:solidFill>
                  <a:schemeClr val="bg1"/>
                </a:solidFill>
              </a:rPr>
              <a:t>飞机；飞艇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警报；闹铃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alarm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唱片；音乐专辑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album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酒精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alcohol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7.be alert to... </a:t>
            </a:r>
            <a:r>
              <a:rPr lang="en-US" altLang="zh-CN" sz="2400">
                <a:solidFill>
                  <a:schemeClr val="bg1"/>
                </a:solidFill>
              </a:rPr>
              <a:t>对...警惕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8.alive adj. </a:t>
            </a:r>
            <a:r>
              <a:rPr lang="en-US" altLang="zh-CN" sz="2400">
                <a:solidFill>
                  <a:schemeClr val="bg1"/>
                </a:solidFill>
              </a:rPr>
              <a:t>活着的；有活力的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9.all in all </a:t>
            </a:r>
            <a:r>
              <a:rPr lang="en-US" altLang="zh-CN" sz="2400">
                <a:solidFill>
                  <a:schemeClr val="bg1"/>
                </a:solidFill>
              </a:rPr>
              <a:t>一般来说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for all </a:t>
            </a:r>
            <a:r>
              <a:rPr lang="en-US" altLang="zh-CN" sz="2400">
                <a:solidFill>
                  <a:schemeClr val="bg1"/>
                </a:solidFill>
              </a:rPr>
              <a:t>尽管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in all </a:t>
            </a:r>
            <a:r>
              <a:rPr lang="en-US" altLang="zh-CN" sz="2400">
                <a:solidFill>
                  <a:schemeClr val="bg1"/>
                </a:solidFill>
              </a:rPr>
              <a:t>总共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10.allowance n. </a:t>
            </a:r>
            <a:r>
              <a:rPr lang="en-US" altLang="zh-CN" sz="2400">
                <a:solidFill>
                  <a:schemeClr val="bg1"/>
                </a:solidFill>
              </a:rPr>
              <a:t>津贴；零用钱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11.leave sb. alone </a:t>
            </a:r>
            <a:r>
              <a:rPr lang="en-US" altLang="zh-CN" sz="2400">
                <a:solidFill>
                  <a:schemeClr val="bg1"/>
                </a:solidFill>
              </a:rPr>
              <a:t>别再烦某人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沿着河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along the river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字母表；初步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alphabet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14.alter v. </a:t>
            </a:r>
            <a:r>
              <a:rPr lang="en-US" altLang="zh-CN" sz="2400">
                <a:solidFill>
                  <a:schemeClr val="bg1"/>
                </a:solidFill>
              </a:rPr>
              <a:t>改变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alternative n. </a:t>
            </a:r>
            <a:r>
              <a:rPr lang="en-US" altLang="zh-CN" sz="2400">
                <a:solidFill>
                  <a:schemeClr val="bg1"/>
                </a:solidFill>
              </a:rPr>
              <a:t>可供选择的东西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可供选择的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5188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5.altogether adv. </a:t>
            </a:r>
            <a:r>
              <a:rPr lang="en-US" altLang="zh-CN" sz="2400">
                <a:solidFill>
                  <a:schemeClr val="bg1"/>
                </a:solidFill>
              </a:rPr>
              <a:t>总共；全部地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业余爱好者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amateur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令我最感到震惊的是近几十年海平面上涨了如此之多</a:t>
            </a:r>
            <a:r>
              <a:rPr lang="en-US" altLang="zh-CN" sz="2400">
                <a:solidFill>
                  <a:schemeClr val="tx1"/>
                </a:solidFill>
              </a:rPr>
              <a:t>(amaze;witness;</a:t>
            </a:r>
            <a:r>
              <a:rPr lang="zh-CN" altLang="en-US" sz="2400">
                <a:solidFill>
                  <a:schemeClr val="tx1"/>
                </a:solidFill>
              </a:rPr>
              <a:t>主从</a:t>
            </a:r>
            <a:r>
              <a:rPr lang="en-US" altLang="zh-CN" sz="2400">
                <a:solidFill>
                  <a:schemeClr val="tx1"/>
                </a:solidFill>
              </a:rPr>
              <a:t>) </a:t>
            </a:r>
            <a:r>
              <a:rPr lang="en-US" altLang="zh-CN" sz="2400">
                <a:solidFill>
                  <a:schemeClr val="bg1"/>
                </a:solidFill>
              </a:rPr>
              <a:t>What amazes me most is that the last few decades has witnessed a such rapid rise in sea level.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野心；强烈欲望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ambition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雄心勃勃的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ambitious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救护车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ambulance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他在雷鸣般的掌声中结束了演讲</a:t>
            </a:r>
            <a:r>
              <a:rPr lang="en-US" altLang="zh-CN" sz="2400">
                <a:solidFill>
                  <a:schemeClr val="tx1"/>
                </a:solidFill>
              </a:rPr>
              <a:t>(amid) </a:t>
            </a:r>
            <a:r>
              <a:rPr lang="en-US" altLang="zh-CN" sz="2400">
                <a:solidFill>
                  <a:schemeClr val="bg1"/>
                </a:solidFill>
              </a:rPr>
              <a:t>He finished his speech amid tremendous applause. 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WPS 演示</Application>
  <PresentationFormat>宽屏</PresentationFormat>
  <Paragraphs>26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162</cp:revision>
  <dcterms:created xsi:type="dcterms:W3CDTF">2019-06-19T02:08:00Z</dcterms:created>
  <dcterms:modified xsi:type="dcterms:W3CDTF">2024-09-03T00:40:17Z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992DD3CF691E444BAE6E4E24B44F4FCF_13</vt:lpwstr>
  </property>
</Properties>
</file>