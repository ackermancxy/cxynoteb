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工具；器具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en-US" altLang="zh-CN" sz="2400">
                <a:solidFill>
                  <a:schemeClr val="bg1"/>
                </a:solidFill>
              </a:rPr>
              <a:t> tool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牙刷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toothbrush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优等生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top student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火把；火炬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torch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飓风；龙卷风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tornado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6.in touch </a:t>
            </a:r>
            <a:r>
              <a:rPr lang="en-US" altLang="zh-CN" sz="2400">
                <a:solidFill>
                  <a:schemeClr val="bg1"/>
                </a:solidFill>
              </a:rPr>
              <a:t>联系；接触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touch on </a:t>
            </a:r>
            <a:r>
              <a:rPr lang="en-US" altLang="zh-CN" sz="2400">
                <a:solidFill>
                  <a:schemeClr val="bg1"/>
                </a:solidFill>
              </a:rPr>
              <a:t>提及；涉及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坚韧的；困难的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tough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锦标赛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tournament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毛巾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towel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塔；塔楼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tower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痕迹；踪迹；足迹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trace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可追踪的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traceable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13.trade with </a:t>
            </a:r>
            <a:r>
              <a:rPr lang="en-US" altLang="zh-CN" sz="2400">
                <a:solidFill>
                  <a:schemeClr val="bg1"/>
                </a:solidFill>
              </a:rPr>
              <a:t>与...做生意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trade sth. with sb. </a:t>
            </a:r>
            <a:r>
              <a:rPr lang="en-US" altLang="zh-CN" sz="2400">
                <a:solidFill>
                  <a:schemeClr val="bg1"/>
                </a:solidFill>
              </a:rPr>
              <a:t>与某人交换某物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商标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trademark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交通；通行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traffic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悲剧；灾难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tragedy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转移；搬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transfer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改造；改革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transform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发送信号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transmit signal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移植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transplant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陷阱；圈套；诡计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trap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2024-07-16T01:40:00Z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4BDA83160DBA448B910D582CC374E599_11</vt:lpwstr>
  </property>
</Properties>
</file>