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1.outcome n. </a:t>
            </a:r>
            <a:r>
              <a:rPr lang="zh-CN" altLang="en-US" sz="2400">
                <a:solidFill>
                  <a:schemeClr val="bg1"/>
                </a:solidFill>
              </a:rPr>
              <a:t>结果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户外活动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outdoor activities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外向的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outgoing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4.outlook n. </a:t>
            </a:r>
            <a:r>
              <a:rPr lang="zh-CN" altLang="en-US" sz="2400">
                <a:solidFill>
                  <a:schemeClr val="bg1"/>
                </a:solidFill>
              </a:rPr>
              <a:t>观点；景色；前景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5.output n. </a:t>
            </a:r>
            <a:r>
              <a:rPr lang="zh-CN" altLang="en-US" sz="2400">
                <a:solidFill>
                  <a:schemeClr val="bg1"/>
                </a:solidFill>
              </a:rPr>
              <a:t>产量；输出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突出的；出众的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outstanding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7.overall adj. </a:t>
            </a:r>
            <a:r>
              <a:rPr lang="en-US" altLang="zh-CN" sz="2400">
                <a:solidFill>
                  <a:schemeClr val="bg1"/>
                </a:solidFill>
              </a:rPr>
              <a:t>总的；包括一切的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克服逆境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overcome adversities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9.overlook v. </a:t>
            </a:r>
            <a:r>
              <a:rPr lang="en-US" altLang="zh-CN" sz="2400">
                <a:solidFill>
                  <a:schemeClr val="bg1"/>
                </a:solidFill>
              </a:rPr>
              <a:t>忽视；眺望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海外的；在国外的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overseas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11.overtake v. </a:t>
            </a:r>
            <a:r>
              <a:rPr lang="en-US" altLang="zh-CN" sz="2400">
                <a:solidFill>
                  <a:schemeClr val="bg1"/>
                </a:solidFill>
              </a:rPr>
              <a:t>赶上；超过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把进步归功于努力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owe progress to efforts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物主；所有人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owner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14.ox n. </a:t>
            </a:r>
            <a:r>
              <a:rPr lang="en-US" altLang="zh-CN" sz="2400">
                <a:solidFill>
                  <a:schemeClr val="bg1"/>
                </a:solidFill>
              </a:rPr>
              <a:t>公牛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氧气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oxygen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与时俱进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keep pace with times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the pace of life </a:t>
            </a:r>
            <a:r>
              <a:rPr lang="en-US" altLang="zh-CN" sz="2400">
                <a:solidFill>
                  <a:schemeClr val="bg1"/>
                </a:solidFill>
              </a:rPr>
              <a:t>生活节奏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10795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7.package n. </a:t>
            </a:r>
            <a:r>
              <a:rPr lang="en-US" altLang="zh-CN" sz="2400">
                <a:solidFill>
                  <a:schemeClr val="bg1"/>
                </a:solidFill>
              </a:rPr>
              <a:t>包裹；一揽子交易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18.take pains </a:t>
            </a:r>
            <a:r>
              <a:rPr lang="en-US" altLang="zh-CN" sz="2400">
                <a:solidFill>
                  <a:schemeClr val="bg1"/>
                </a:solidFill>
              </a:rPr>
              <a:t>努力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with great pains </a:t>
            </a:r>
            <a:r>
              <a:rPr lang="zh-CN" altLang="en-US" sz="2400">
                <a:solidFill>
                  <a:schemeClr val="tx1"/>
                </a:solidFill>
              </a:rPr>
              <a:t>煞</a:t>
            </a:r>
            <a:r>
              <a:rPr lang="en-US" altLang="zh-CN" sz="2400">
                <a:solidFill>
                  <a:schemeClr val="bg1"/>
                </a:solidFill>
              </a:rPr>
              <a:t>费苦心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痛苦的；费力的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painful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20.in pairs </a:t>
            </a:r>
            <a:r>
              <a:rPr lang="en-US" altLang="zh-CN" sz="2400">
                <a:solidFill>
                  <a:schemeClr val="bg1"/>
                </a:solidFill>
              </a:rPr>
              <a:t>成对地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睡衣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pajamas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宫殿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palace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23.pale adj. </a:t>
            </a:r>
            <a:r>
              <a:rPr lang="zh-CN" altLang="en-US" sz="2400">
                <a:solidFill>
                  <a:schemeClr val="bg1"/>
                </a:solidFill>
              </a:rPr>
              <a:t>苍白的；灰白的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24.panel n. </a:t>
            </a:r>
            <a:r>
              <a:rPr lang="zh-CN" altLang="en-US" sz="2400">
                <a:solidFill>
                  <a:schemeClr val="bg1"/>
                </a:solidFill>
              </a:rPr>
              <a:t>嵌板；专家小组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恐慌；惊恐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panic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2024-06-08T11:58:43Z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8723FF4265564DB5BD4B23DC613DFCD3_11</vt:lpwstr>
  </property>
</Properties>
</file>