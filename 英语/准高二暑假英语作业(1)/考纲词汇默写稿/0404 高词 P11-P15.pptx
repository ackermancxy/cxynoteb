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1.adorable adj. </a:t>
            </a:r>
            <a:r>
              <a:rPr lang="zh-CN" altLang="en-US" sz="2400">
                <a:solidFill>
                  <a:schemeClr val="bg1"/>
                </a:solidFill>
              </a:rPr>
              <a:t>可爱的；讨人喜欢的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成年人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adult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高级的；先进的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advanced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提前；预先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 advance</a:t>
            </a:r>
            <a:r>
              <a:rPr lang="zh-CN" altLang="en-US" sz="2400">
                <a:solidFill>
                  <a:schemeClr val="tx1"/>
                </a:solidFill>
              </a:rPr>
              <a:t>/</a:t>
            </a:r>
            <a:r>
              <a:rPr lang="zh-CN" altLang="en-US" sz="2400">
                <a:solidFill>
                  <a:schemeClr val="bg1"/>
                </a:solidFill>
              </a:rPr>
              <a:t>ahead of time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4.to sb.’s advantage </a:t>
            </a:r>
            <a:r>
              <a:rPr lang="zh-CN" altLang="en-US" sz="2400">
                <a:solidFill>
                  <a:schemeClr val="bg1"/>
                </a:solidFill>
              </a:rPr>
              <a:t>对某人有利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take advantage of the raw materials </a:t>
            </a:r>
            <a:r>
              <a:rPr lang="zh-CN" altLang="en-US" sz="2400">
                <a:solidFill>
                  <a:schemeClr val="bg1"/>
                </a:solidFill>
              </a:rPr>
              <a:t>利用原材料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冒险；奇遇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adventure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建议；劝告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advice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advise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advisable adj. </a:t>
            </a:r>
            <a:r>
              <a:rPr lang="zh-CN" altLang="en-US" sz="2400">
                <a:solidFill>
                  <a:schemeClr val="bg1"/>
                </a:solidFill>
              </a:rPr>
              <a:t>明智的；可取的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advise sb. to do sth. </a:t>
            </a:r>
            <a:r>
              <a:rPr lang="zh-CN" altLang="en-US" sz="2400">
                <a:solidFill>
                  <a:schemeClr val="bg1"/>
                </a:solidFill>
              </a:rPr>
              <a:t>建议某人做...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7.advocate v. </a:t>
            </a:r>
            <a:r>
              <a:rPr lang="zh-CN" altLang="en-US" sz="2400">
                <a:solidFill>
                  <a:schemeClr val="bg1"/>
                </a:solidFill>
              </a:rPr>
              <a:t>拥护；主张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拥护者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时事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current affairs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9.affection n. </a:t>
            </a:r>
            <a:r>
              <a:rPr lang="zh-CN" altLang="en-US" sz="2400">
                <a:solidFill>
                  <a:schemeClr val="bg1"/>
                </a:solidFill>
              </a:rPr>
              <a:t>影响；喜爱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支付得起的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affordable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11.after all </a:t>
            </a:r>
            <a:r>
              <a:rPr lang="zh-CN" altLang="en-US" sz="2400">
                <a:solidFill>
                  <a:schemeClr val="bg1"/>
                </a:solidFill>
              </a:rPr>
              <a:t>毕竟；终究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12.against the flu </a:t>
            </a:r>
            <a:r>
              <a:rPr lang="zh-CN" altLang="en-US" sz="2400">
                <a:solidFill>
                  <a:schemeClr val="bg1"/>
                </a:solidFill>
              </a:rPr>
              <a:t>防流感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against all odds </a:t>
            </a:r>
            <a:r>
              <a:rPr lang="zh-CN" altLang="en-US" sz="2400">
                <a:solidFill>
                  <a:schemeClr val="bg1"/>
                </a:solidFill>
              </a:rPr>
              <a:t>尽管情况不利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1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3.ages ago </a:t>
            </a:r>
            <a:r>
              <a:rPr lang="zh-CN" altLang="en-US" sz="2400">
                <a:solidFill>
                  <a:schemeClr val="bg1"/>
                </a:solidFill>
              </a:rPr>
              <a:t>很久以前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be over/under age </a:t>
            </a:r>
            <a:r>
              <a:rPr lang="zh-CN" altLang="en-US" sz="2400">
                <a:solidFill>
                  <a:schemeClr val="bg1"/>
                </a:solidFill>
              </a:rPr>
              <a:t>超龄</a:t>
            </a:r>
            <a:r>
              <a:rPr lang="zh-CN" altLang="en-US" sz="2400">
                <a:solidFill>
                  <a:schemeClr val="tx1"/>
                </a:solidFill>
              </a:rPr>
              <a:t>/</a:t>
            </a:r>
            <a:r>
              <a:rPr lang="zh-CN" altLang="en-US" sz="2400">
                <a:solidFill>
                  <a:schemeClr val="bg1"/>
                </a:solidFill>
              </a:rPr>
              <a:t>未成年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from age to age </a:t>
            </a:r>
            <a:r>
              <a:rPr lang="zh-CN" altLang="en-US" sz="2400">
                <a:solidFill>
                  <a:schemeClr val="bg1"/>
                </a:solidFill>
              </a:rPr>
              <a:t>世世代代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代理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agency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15.agenda n. </a:t>
            </a:r>
            <a:r>
              <a:rPr lang="zh-CN" altLang="en-US" sz="2400">
                <a:solidFill>
                  <a:schemeClr val="bg1"/>
                </a:solidFill>
              </a:rPr>
              <a:t>议事日程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侵犯的；侵略的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aggressive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协议；协定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agreement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农业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agriculture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19.first aid </a:t>
            </a:r>
            <a:r>
              <a:rPr lang="zh-CN" altLang="en-US" sz="2400">
                <a:solidFill>
                  <a:schemeClr val="bg1"/>
                </a:solidFill>
              </a:rPr>
              <a:t>急救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in aid of </a:t>
            </a:r>
            <a:r>
              <a:rPr lang="zh-CN" altLang="en-US" sz="2400">
                <a:solidFill>
                  <a:schemeClr val="bg1"/>
                </a:solidFill>
              </a:rPr>
              <a:t>支持；援助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with the aid of </a:t>
            </a:r>
            <a:r>
              <a:rPr lang="zh-CN" altLang="en-US" sz="2400">
                <a:solidFill>
                  <a:schemeClr val="bg1"/>
                </a:solidFill>
              </a:rPr>
              <a:t>在...的帮助之下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要想发展科学，我们要允许自由探索，提倡学术争鸣</a:t>
            </a:r>
            <a:r>
              <a:rPr lang="en-US" altLang="zh-CN" sz="2400">
                <a:solidFill>
                  <a:schemeClr val="tx1"/>
                </a:solidFill>
              </a:rPr>
              <a:t>(advocate)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To develop science, we must allow free exploration of new things and a</a:t>
            </a:r>
            <a:r>
              <a:rPr lang="en-US" altLang="zh-CN" sz="2400">
                <a:solidFill>
                  <a:schemeClr val="bg1"/>
                </a:solidFill>
              </a:rPr>
              <a:t>d</a:t>
            </a:r>
            <a:r>
              <a:rPr lang="zh-CN" altLang="en-US" sz="2400">
                <a:solidFill>
                  <a:schemeClr val="bg1"/>
                </a:solidFill>
              </a:rPr>
              <a:t>vocate academic debate.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160</cp:revision>
  <dcterms:created xsi:type="dcterms:W3CDTF">2019-06-19T02:08:00Z</dcterms:created>
  <dcterms:modified xsi:type="dcterms:W3CDTF">2024-09-03T00:40:44Z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ADF6462E38DE494DB7DD6D512AE8C6F2_11</vt:lpwstr>
  </property>
</Properties>
</file>