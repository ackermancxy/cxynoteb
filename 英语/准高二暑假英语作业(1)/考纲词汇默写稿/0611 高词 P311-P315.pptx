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珍珠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pearl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2.peculiar adj. </a:t>
            </a:r>
            <a:r>
              <a:rPr lang="en-US" altLang="zh-CN" sz="2400">
                <a:solidFill>
                  <a:schemeClr val="bg1"/>
                </a:solidFill>
              </a:rPr>
              <a:t>奇怪的；怪异的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行人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pedestrian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4.peer n. </a:t>
            </a:r>
            <a:r>
              <a:rPr lang="en-US" altLang="zh-CN" sz="2400">
                <a:solidFill>
                  <a:schemeClr val="bg1"/>
                </a:solidFill>
              </a:rPr>
              <a:t>同辈；同龄人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养老金；退休金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pension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6.pepper n. </a:t>
            </a:r>
            <a:r>
              <a:rPr lang="en-US" altLang="zh-CN" sz="2400">
                <a:solidFill>
                  <a:schemeClr val="bg1"/>
                </a:solidFill>
              </a:rPr>
              <a:t>胡椒粉；甜椒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感知；察觉</a:t>
            </a:r>
            <a:r>
              <a:rPr lang="en-US" altLang="zh-CN" sz="2400">
                <a:solidFill>
                  <a:schemeClr val="tx1"/>
                </a:solidFill>
              </a:rPr>
              <a:t> v.</a:t>
            </a:r>
            <a:r>
              <a:rPr lang="en-US" altLang="zh-CN" sz="2400">
                <a:solidFill>
                  <a:schemeClr val="bg1"/>
                </a:solidFill>
              </a:rPr>
              <a:t>perceive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8.5%</a:t>
            </a:r>
            <a:r>
              <a:rPr lang="zh-CN" altLang="en-US" sz="2400">
                <a:solidFill>
                  <a:schemeClr val="tx1"/>
                </a:solidFill>
              </a:rPr>
              <a:t>的增长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5 percent increase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完美的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perfect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表演；表现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performance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永久的；长期不变的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permanent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未经允许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without permission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允许某人做某事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permit sb. to do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毅力；不屈不挠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perseverance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坚持做某事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persist in doing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个性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personality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观点；视角；透析画法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en-US" altLang="zh-CN" sz="2400">
                <a:solidFill>
                  <a:schemeClr val="bg1"/>
                </a:solidFill>
              </a:rPr>
              <a:t> perspective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有说服力的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persuasive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说服某人做某事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persuade sb. to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悲观的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pessimistic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20.petrol n. </a:t>
            </a:r>
            <a:r>
              <a:rPr lang="en-US" altLang="zh-CN" sz="2400">
                <a:solidFill>
                  <a:schemeClr val="bg1"/>
                </a:solidFill>
              </a:rPr>
              <a:t>汽油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21.phase n. </a:t>
            </a:r>
            <a:r>
              <a:rPr lang="zh-CN" altLang="en-US" sz="2400">
                <a:solidFill>
                  <a:schemeClr val="bg1"/>
                </a:solidFill>
              </a:rPr>
              <a:t>阶段；时期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现象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phenomenon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哲学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philosophy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摄影者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photographer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25.physician n. </a:t>
            </a:r>
            <a:r>
              <a:rPr lang="en-US" altLang="zh-CN" sz="2400">
                <a:solidFill>
                  <a:schemeClr val="bg1"/>
                </a:solidFill>
              </a:rPr>
              <a:t>内科医生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26.physicist n. </a:t>
            </a:r>
            <a:r>
              <a:rPr lang="en-US" altLang="zh-CN" sz="2400">
                <a:solidFill>
                  <a:schemeClr val="bg1"/>
                </a:solidFill>
              </a:rPr>
              <a:t>物理学家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/>
              <a:t>1.耗时的 </a:t>
            </a:r>
            <a:r>
              <a:rPr sz="2400">
                <a:solidFill>
                  <a:schemeClr val="bg1"/>
                </a:solidFill>
              </a:rPr>
              <a:t>time-consuming</a:t>
            </a:r>
            <a:endParaRPr sz="2400"/>
          </a:p>
          <a:p>
            <a:r>
              <a:rPr sz="2400"/>
              <a:t>2.primitive adj. </a:t>
            </a:r>
            <a:r>
              <a:rPr sz="2400">
                <a:solidFill>
                  <a:schemeClr val="bg1"/>
                </a:solidFill>
              </a:rPr>
              <a:t>原始的；落后的</a:t>
            </a:r>
            <a:endParaRPr sz="2400"/>
          </a:p>
          <a:p>
            <a:r>
              <a:rPr sz="2400"/>
              <a:t>3.mine v. </a:t>
            </a:r>
            <a:r>
              <a:rPr sz="2400">
                <a:solidFill>
                  <a:schemeClr val="bg1"/>
                </a:solidFill>
              </a:rPr>
              <a:t>开采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4.候选人 n. </a:t>
            </a:r>
            <a:r>
              <a:rPr sz="2400">
                <a:solidFill>
                  <a:schemeClr val="bg1"/>
                </a:solidFill>
              </a:rPr>
              <a:t>candidate</a:t>
            </a:r>
            <a:endParaRPr sz="2400"/>
          </a:p>
          <a:p>
            <a:r>
              <a:rPr sz="2400"/>
              <a:t>5.anticipate v. </a:t>
            </a:r>
            <a:r>
              <a:rPr sz="2400">
                <a:solidFill>
                  <a:schemeClr val="bg1"/>
                </a:solidFill>
              </a:rPr>
              <a:t>预测；预计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6.compound n. </a:t>
            </a:r>
            <a:r>
              <a:rPr sz="2400">
                <a:solidFill>
                  <a:schemeClr val="bg1"/>
                </a:solidFill>
              </a:rPr>
              <a:t>化合物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7.有利条件 </a:t>
            </a:r>
            <a:r>
              <a:rPr sz="2400">
                <a:solidFill>
                  <a:schemeClr val="bg1"/>
                </a:solidFill>
              </a:rPr>
              <a:t>favorable conditions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8.census n. </a:t>
            </a:r>
            <a:r>
              <a:rPr sz="2400">
                <a:solidFill>
                  <a:schemeClr val="bg1"/>
                </a:solidFill>
              </a:rPr>
              <a:t>人口普查</a:t>
            </a:r>
            <a:endParaRPr sz="2400"/>
          </a:p>
          <a:p>
            <a:r>
              <a:rPr sz="2400"/>
              <a:t>9.credible adj. </a:t>
            </a:r>
            <a:r>
              <a:rPr sz="2400">
                <a:solidFill>
                  <a:schemeClr val="bg1"/>
                </a:solidFill>
              </a:rPr>
              <a:t>可靠的；可信的</a:t>
            </a:r>
            <a:endParaRPr sz="2400"/>
          </a:p>
          <a:p>
            <a:r>
              <a:rPr sz="2400"/>
              <a:t>10.division of labour </a:t>
            </a:r>
            <a:r>
              <a:rPr sz="2400">
                <a:solidFill>
                  <a:schemeClr val="bg1"/>
                </a:solidFill>
              </a:rPr>
              <a:t>劳动分工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11.wear and tear </a:t>
            </a:r>
            <a:r>
              <a:rPr sz="2400">
                <a:solidFill>
                  <a:schemeClr val="bg1"/>
                </a:solidFill>
              </a:rPr>
              <a:t>损耗；磨损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12.skeleton n. </a:t>
            </a:r>
            <a:r>
              <a:rPr sz="2400">
                <a:solidFill>
                  <a:schemeClr val="bg1"/>
                </a:solidFill>
              </a:rPr>
              <a:t>骨架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13.identical adj. </a:t>
            </a:r>
            <a:r>
              <a:rPr sz="2400">
                <a:solidFill>
                  <a:schemeClr val="bg1"/>
                </a:solidFill>
              </a:rPr>
              <a:t>相同的；一样的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14.film score </a:t>
            </a:r>
            <a:r>
              <a:rPr sz="2400">
                <a:solidFill>
                  <a:schemeClr val="bg1"/>
                </a:solidFill>
              </a:rPr>
              <a:t>电影配乐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15.情节 n. </a:t>
            </a:r>
            <a:r>
              <a:rPr sz="2400">
                <a:solidFill>
                  <a:schemeClr val="bg1"/>
                </a:solidFill>
              </a:rPr>
              <a:t>plote</a:t>
            </a:r>
            <a:r>
              <a:rPr lang="en-US" altLang="zh-CN" sz="2400">
                <a:solidFill>
                  <a:schemeClr val="bg1"/>
                </a:solidFill>
              </a:rPr>
              <a:t>ctive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WPS 演示</Application>
  <PresentationFormat>宽屏</PresentationFormat>
  <Paragraphs>45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2024-06-11T14:08:53Z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A7D2AFC98EF7450C8BF4A2FC2CCAC2B1_11</vt:lpwstr>
  </property>
</Properties>
</file>