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1.exceptional adj. </a:t>
            </a:r>
            <a:r>
              <a:rPr lang="zh-CN" altLang="en-US" sz="2400">
                <a:solidFill>
                  <a:schemeClr val="bg1"/>
                </a:solidFill>
              </a:rPr>
              <a:t>杰出的；例外的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交流经验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exchange experience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3.excursion n. </a:t>
            </a:r>
            <a:r>
              <a:rPr lang="zh-CN" altLang="en-US" sz="2400">
                <a:solidFill>
                  <a:schemeClr val="bg1"/>
                </a:solidFill>
              </a:rPr>
              <a:t>远足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因他的无知原谅他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excuse him for his ignorance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执行的；行政的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executive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精疲力尽的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exhausted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展览；展示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exhibit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存在于幻想之中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exist in fantasy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靠微薄的工资生存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exist on poor salary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生存；存在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existence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10.expand on this topic </a:t>
            </a:r>
            <a:r>
              <a:rPr lang="zh-CN" altLang="en-US" sz="2400">
                <a:solidFill>
                  <a:schemeClr val="bg1"/>
                </a:solidFill>
              </a:rPr>
              <a:t>就此话题进行阐述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扩张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expansion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期待；期望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expectation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花费；费用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expense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实验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experi</a:t>
            </a:r>
            <a:r>
              <a:rPr lang="en-US" altLang="zh-CN" sz="2400">
                <a:solidFill>
                  <a:schemeClr val="bg1"/>
                </a:solidFill>
              </a:rPr>
              <a:t>ment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15.expert n. </a:t>
            </a:r>
            <a:r>
              <a:rPr lang="zh-CN" altLang="en-US" sz="2400">
                <a:solidFill>
                  <a:schemeClr val="bg1"/>
                </a:solidFill>
              </a:rPr>
              <a:t>专家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expertise n. </a:t>
            </a:r>
            <a:r>
              <a:rPr lang="zh-CN" altLang="en-US" sz="2400">
                <a:solidFill>
                  <a:schemeClr val="bg1"/>
                </a:solidFill>
              </a:rPr>
              <a:t>专长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solidFill>
                  <a:schemeClr val="tx1"/>
                </a:solidFill>
              </a:rPr>
              <a:t>16.explode v. </a:t>
            </a:r>
            <a:r>
              <a:rPr lang="zh-CN" altLang="en-US" sz="2400">
                <a:solidFill>
                  <a:schemeClr val="bg1"/>
                </a:solidFill>
              </a:rPr>
              <a:t>爆炸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17.exploit v. </a:t>
            </a:r>
            <a:r>
              <a:rPr lang="zh-CN" altLang="en-US" sz="2400">
                <a:solidFill>
                  <a:schemeClr val="bg1"/>
                </a:solidFill>
              </a:rPr>
              <a:t>开发；利用；剥削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zh-CN" altLang="en-US" sz="2400">
                <a:solidFill>
                  <a:schemeClr val="bg1"/>
                </a:solidFill>
              </a:rPr>
              <a:t>exploitation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探索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explore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出口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export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进口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import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将真相公之于众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expose the truth to the piblic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21.extend v. </a:t>
            </a:r>
            <a:r>
              <a:rPr lang="zh-CN" altLang="en-US" sz="2400">
                <a:solidFill>
                  <a:schemeClr val="bg1"/>
                </a:solidFill>
              </a:rPr>
              <a:t>伸出；延长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zh-CN" altLang="en-US" sz="2400">
                <a:solidFill>
                  <a:schemeClr val="bg1"/>
                </a:solidFill>
              </a:rPr>
              <a:t>extension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159</cp:revision>
  <dcterms:created xsi:type="dcterms:W3CDTF">2019-06-19T02:08:00Z</dcterms:created>
  <dcterms:modified xsi:type="dcterms:W3CDTF">2024-09-18T23:42:56Z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CFD278B2F00140C1AD5DDAD888023381_11</vt:lpwstr>
  </property>
</Properties>
</file>