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蛋白质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protein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抗议；异议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protest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为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感到自豪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proud of 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谚语；俗语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proverb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5.provide that... </a:t>
            </a:r>
            <a:r>
              <a:rPr lang="en-US" altLang="zh-CN" sz="2400">
                <a:solidFill>
                  <a:schemeClr val="bg1"/>
                </a:solidFill>
              </a:rPr>
              <a:t>假如；倘若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province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心理学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psychology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8.pub n. </a:t>
            </a:r>
            <a:r>
              <a:rPr lang="en-US" altLang="zh-CN" sz="2400">
                <a:solidFill>
                  <a:schemeClr val="bg1"/>
                </a:solidFill>
              </a:rPr>
              <a:t>酒吧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9.in public </a:t>
            </a:r>
            <a:r>
              <a:rPr lang="en-US" altLang="zh-CN" sz="2400">
                <a:solidFill>
                  <a:schemeClr val="bg1"/>
                </a:solidFill>
              </a:rPr>
              <a:t>当众；公开地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出版日期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date of publication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11.pull down </a:t>
            </a:r>
            <a:r>
              <a:rPr lang="en-US" altLang="zh-CN" sz="2400">
                <a:solidFill>
                  <a:schemeClr val="bg1"/>
                </a:solidFill>
              </a:rPr>
              <a:t>拆...；把...拉下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12.pulse n. </a:t>
            </a:r>
            <a:r>
              <a:rPr lang="en-US" altLang="zh-CN" sz="2400">
                <a:solidFill>
                  <a:schemeClr val="bg1"/>
                </a:solidFill>
              </a:rPr>
              <a:t>脉搏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守时的；准时的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punctual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惩罚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punishment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15.pupil n. </a:t>
            </a:r>
            <a:r>
              <a:rPr lang="en-US" altLang="zh-CN" sz="2400">
                <a:solidFill>
                  <a:schemeClr val="bg1"/>
                </a:solidFill>
              </a:rPr>
              <a:t>小学生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购买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purchase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目的；意图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purpose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>
                <a:solidFill>
                  <a:schemeClr val="tx1"/>
                </a:solidFill>
              </a:rPr>
              <a:t>     on purpose </a:t>
            </a:r>
            <a:r>
              <a:rPr lang="en-US" altLang="zh-CN" sz="2400">
                <a:solidFill>
                  <a:schemeClr val="bg1"/>
                </a:solidFill>
              </a:rPr>
              <a:t>故意地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追逐；追捕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pursue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19.put down </a:t>
            </a:r>
            <a:r>
              <a:rPr lang="en-US" altLang="zh-CN" sz="2400">
                <a:solidFill>
                  <a:schemeClr val="bg1"/>
                </a:solidFill>
              </a:rPr>
              <a:t>记下；镇压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put forward </a:t>
            </a:r>
            <a:r>
              <a:rPr lang="en-US" altLang="zh-CN" sz="2400">
                <a:solidFill>
                  <a:schemeClr val="bg1"/>
                </a:solidFill>
              </a:rPr>
              <a:t>提出建议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put off </a:t>
            </a:r>
            <a:r>
              <a:rPr lang="en-US" altLang="zh-CN" sz="2400">
                <a:solidFill>
                  <a:schemeClr val="bg1"/>
                </a:solidFill>
              </a:rPr>
              <a:t>脱掉；推迟；关掉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put out </a:t>
            </a:r>
            <a:r>
              <a:rPr lang="en-US" altLang="zh-CN" sz="2400">
                <a:solidFill>
                  <a:schemeClr val="bg1"/>
                </a:solidFill>
              </a:rPr>
              <a:t>熄灭；出版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put up </a:t>
            </a:r>
            <a:r>
              <a:rPr lang="en-US" altLang="zh-CN" sz="2400">
                <a:solidFill>
                  <a:schemeClr val="bg1"/>
                </a:solidFill>
              </a:rPr>
              <a:t>张贴；举起；搭建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put up with </a:t>
            </a:r>
            <a:r>
              <a:rPr lang="en-US" altLang="zh-CN" sz="2400">
                <a:solidFill>
                  <a:schemeClr val="bg1"/>
                </a:solidFill>
              </a:rPr>
              <a:t>忍受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有资格的；胜任的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qualified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性质；品质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quality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数量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quantity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22.quarrel v. </a:t>
            </a:r>
            <a:r>
              <a:rPr lang="en-US" altLang="zh-CN" sz="2400">
                <a:solidFill>
                  <a:schemeClr val="bg1"/>
                </a:solidFill>
              </a:rPr>
              <a:t>争吵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23.beyond question </a:t>
            </a:r>
            <a:r>
              <a:rPr lang="en-US" altLang="zh-CN" sz="2400">
                <a:solidFill>
                  <a:schemeClr val="bg1"/>
                </a:solidFill>
              </a:rPr>
              <a:t>毋庸置疑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out of the question </a:t>
            </a:r>
            <a:r>
              <a:rPr lang="en-US" altLang="zh-CN" sz="2400">
                <a:solidFill>
                  <a:schemeClr val="bg1"/>
                </a:solidFill>
              </a:rPr>
              <a:t>不可能的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宽屏</PresentationFormat>
  <Paragraphs>33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2024-06-16T04:01:56Z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D917AA5FEB714A74BAD5DC300796B3C7_11</vt:lpwstr>
  </property>
</Properties>
</file>