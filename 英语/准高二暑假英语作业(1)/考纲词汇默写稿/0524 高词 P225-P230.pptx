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1.infant n. </a:t>
            </a:r>
            <a:r>
              <a:rPr lang="zh-CN" altLang="en-US" sz="2400">
                <a:solidFill>
                  <a:schemeClr val="bg1"/>
                </a:solidFill>
              </a:rPr>
              <a:t>婴儿；幼儿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以防感染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in case of infection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推断；断定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infer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4.inferior adj. </a:t>
            </a:r>
            <a:r>
              <a:rPr lang="zh-CN" altLang="en-US" sz="2400">
                <a:solidFill>
                  <a:schemeClr val="bg1"/>
                </a:solidFill>
              </a:rPr>
              <a:t>低等的；下级的；较差的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告知某人某事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inform sb. of sth.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使某人了解某事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keep sb. informed of sth.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非正式的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informal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成分；烹饪原料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ingredient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8.inhabitant n. </a:t>
            </a:r>
            <a:r>
              <a:rPr lang="zh-CN" altLang="en-US" sz="2400">
                <a:solidFill>
                  <a:schemeClr val="bg1"/>
                </a:solidFill>
              </a:rPr>
              <a:t>居民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继承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inherit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开始的；最初的</a:t>
            </a:r>
            <a:r>
              <a:rPr lang="en-US" altLang="zh-CN" sz="2400">
                <a:solidFill>
                  <a:schemeClr val="tx1"/>
                </a:solidFill>
              </a:rPr>
              <a:t> adj.</a:t>
            </a:r>
            <a:r>
              <a:rPr lang="zh-CN" altLang="en-US" sz="2400">
                <a:solidFill>
                  <a:schemeClr val="bg1"/>
                </a:solidFill>
              </a:rPr>
              <a:t> initial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主动性；倡议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initiative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注射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injection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墨水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ink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14.inn n. </a:t>
            </a:r>
            <a:r>
              <a:rPr lang="zh-CN" altLang="en-US" sz="2400">
                <a:solidFill>
                  <a:schemeClr val="bg1"/>
                </a:solidFill>
              </a:rPr>
              <a:t>小旅馆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清白的；无罪的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innocent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创新的；革新的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innovative</a:t>
            </a:r>
            <a:endParaRPr lang="en-US" altLang="zh-CN" sz="2400">
              <a:solidFill>
                <a:schemeClr val="tx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7.inquire into  </a:t>
            </a:r>
            <a:r>
              <a:rPr lang="zh-CN" altLang="en-US" sz="2400">
                <a:solidFill>
                  <a:schemeClr val="bg1"/>
                </a:solidFill>
              </a:rPr>
              <a:t>调查；追究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昆虫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insect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19.insert v. </a:t>
            </a:r>
            <a:r>
              <a:rPr lang="zh-CN" altLang="en-US" sz="2400">
                <a:solidFill>
                  <a:schemeClr val="bg1"/>
                </a:solidFill>
              </a:rPr>
              <a:t>嵌入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20.insight n. </a:t>
            </a:r>
            <a:r>
              <a:rPr lang="zh-CN" altLang="en-US" sz="2400">
                <a:solidFill>
                  <a:schemeClr val="bg1"/>
                </a:solidFill>
              </a:rPr>
              <a:t>洞察力；顿悟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21.insist on </a:t>
            </a:r>
            <a:r>
              <a:rPr lang="zh-CN" altLang="en-US" sz="2400">
                <a:solidFill>
                  <a:schemeClr val="bg1"/>
                </a:solidFill>
              </a:rPr>
              <a:t>坚持；坚决主张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22.inspection n. </a:t>
            </a:r>
            <a:r>
              <a:rPr lang="zh-CN" altLang="en-US" sz="2400">
                <a:solidFill>
                  <a:schemeClr val="bg1"/>
                </a:solidFill>
              </a:rPr>
              <a:t>检查；视察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鼓舞某人做某事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inspire sb. to do sth.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24.install v. </a:t>
            </a:r>
            <a:r>
              <a:rPr lang="zh-CN" altLang="en-US" sz="2400">
                <a:solidFill>
                  <a:schemeClr val="bg1"/>
                </a:solidFill>
              </a:rPr>
              <a:t>安装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速溶咖啡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instant coffee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2024-05-23T14:26:30Z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5EC696BDFB80428DA3C60F9AD631C501_11</vt:lpwstr>
  </property>
</Properties>
</file>