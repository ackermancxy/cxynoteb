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谦虚的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modest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修改；更改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modify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3.monitor v. </a:t>
            </a:r>
            <a:r>
              <a:rPr lang="en-US" altLang="zh-CN" sz="2400">
                <a:solidFill>
                  <a:schemeClr val="bg1"/>
                </a:solidFill>
              </a:rPr>
              <a:t>监控；检测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纪念碑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monument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心情；情绪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mood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月光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moonlight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道德责任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moral responsibility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拖地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mop the floor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蚊子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mosquito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10.motel n. </a:t>
            </a:r>
            <a:r>
              <a:rPr lang="en-US" altLang="zh-CN" sz="2400">
                <a:solidFill>
                  <a:schemeClr val="bg1"/>
                </a:solidFill>
              </a:rPr>
              <a:t>汽车旅馆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动机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motive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老鼠</a:t>
            </a:r>
            <a:r>
              <a:rPr lang="en-US" altLang="zh-CN" sz="2400">
                <a:solidFill>
                  <a:schemeClr val="tx1"/>
                </a:solidFill>
              </a:rPr>
              <a:t>(pl) n. </a:t>
            </a:r>
            <a:r>
              <a:rPr lang="en-US" altLang="zh-CN" sz="2400">
                <a:solidFill>
                  <a:schemeClr val="bg1"/>
                </a:solidFill>
              </a:rPr>
              <a:t>mice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感人的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moving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mud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多个的；许多的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multiple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凶手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murderer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肌肉</a:t>
            </a:r>
            <a:r>
              <a:rPr lang="en-US" altLang="zh-CN" sz="2400">
                <a:solidFill>
                  <a:schemeClr val="tx1"/>
                </a:solidFill>
              </a:rPr>
              <a:t> n.  </a:t>
            </a:r>
            <a:r>
              <a:rPr lang="en-US" altLang="zh-CN" sz="2400">
                <a:solidFill>
                  <a:schemeClr val="bg1"/>
                </a:solidFill>
              </a:rPr>
              <a:t>muscle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音乐家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musician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蘑菇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mushroom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多山的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mountainous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2024-06-03T02:47:14Z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01654BE8FB47444FB36E563B5DFA17BC_11</vt:lpwstr>
  </property>
</Properties>
</file>