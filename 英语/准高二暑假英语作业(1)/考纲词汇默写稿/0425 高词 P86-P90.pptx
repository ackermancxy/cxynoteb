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坍塌；崩溃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collapse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2.collar n. </a:t>
            </a:r>
            <a:r>
              <a:rPr lang="en-US" altLang="zh-CN" sz="2400">
                <a:solidFill>
                  <a:schemeClr val="bg1"/>
                </a:solidFill>
              </a:rPr>
              <a:t>衣领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同事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colleague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殖民地；聚居区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colony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5.column n. </a:t>
            </a:r>
            <a:r>
              <a:rPr lang="en-US" altLang="zh-CN" sz="2400">
                <a:solidFill>
                  <a:schemeClr val="bg1"/>
                </a:solidFill>
              </a:rPr>
              <a:t>专栏；柱；柱状物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6.comb n. </a:t>
            </a:r>
            <a:r>
              <a:rPr lang="en-US" altLang="zh-CN" sz="2400">
                <a:solidFill>
                  <a:schemeClr val="bg1"/>
                </a:solidFill>
              </a:rPr>
              <a:t>梳子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7.come from </a:t>
            </a:r>
            <a:r>
              <a:rPr lang="en-US" altLang="zh-CN" sz="2400">
                <a:solidFill>
                  <a:schemeClr val="bg1"/>
                </a:solidFill>
              </a:rPr>
              <a:t>来自；源于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come out </a:t>
            </a:r>
            <a:r>
              <a:rPr lang="en-US" altLang="zh-CN" sz="2400">
                <a:solidFill>
                  <a:schemeClr val="bg1"/>
                </a:solidFill>
              </a:rPr>
              <a:t>出现；结果是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come to oneself </a:t>
            </a:r>
            <a:r>
              <a:rPr lang="en-US" altLang="zh-CN" sz="2400">
                <a:solidFill>
                  <a:schemeClr val="bg1"/>
                </a:solidFill>
              </a:rPr>
              <a:t>清醒；苏醒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喜剧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comedy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舒适圈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comfort zone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10.comic n.</a:t>
            </a:r>
            <a:r>
              <a:rPr lang="en-US" altLang="zh-CN" sz="2400">
                <a:solidFill>
                  <a:schemeClr val="bg1"/>
                </a:solidFill>
              </a:rPr>
              <a:t>连环漫画；喜剧演员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喜剧的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英语掌握得好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a good command of English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评论；发表意见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comment 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商业的；商务的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commercial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犯罪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commit a crime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自杀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commit </a:t>
            </a:r>
            <a:r>
              <a:rPr lang="en-US" altLang="zh-CN" sz="2400">
                <a:solidFill>
                  <a:schemeClr val="bg1"/>
                </a:solidFill>
                <a:sym typeface="+mn-ea"/>
              </a:rPr>
              <a:t>suicide</a:t>
            </a:r>
            <a:endParaRPr lang="en-US" altLang="zh-CN" sz="2400"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谋杀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commit a murder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15.commitment n. </a:t>
            </a:r>
            <a:r>
              <a:rPr lang="en-US" altLang="zh-CN" sz="2400">
                <a:solidFill>
                  <a:schemeClr val="bg1"/>
                </a:solidFill>
              </a:rPr>
              <a:t>承诺；保证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16.committee n. </a:t>
            </a:r>
            <a:r>
              <a:rPr lang="en-US" altLang="zh-CN" sz="2400">
                <a:solidFill>
                  <a:schemeClr val="bg1"/>
                </a:solidFill>
              </a:rPr>
              <a:t>委员会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沟通；交流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communication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18.communist adj. </a:t>
            </a:r>
            <a:r>
              <a:rPr lang="en-US" altLang="zh-CN" sz="2400">
                <a:solidFill>
                  <a:schemeClr val="bg1"/>
                </a:solidFill>
              </a:rPr>
              <a:t>共产主义的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19.companion n. </a:t>
            </a:r>
            <a:r>
              <a:rPr lang="en-US" altLang="zh-CN" sz="2400">
                <a:solidFill>
                  <a:schemeClr val="bg1"/>
                </a:solidFill>
              </a:rPr>
              <a:t>伴侣；同伴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20.accompany sb. = </a:t>
            </a:r>
            <a:r>
              <a:rPr lang="en-US" altLang="zh-CN" sz="2400">
                <a:solidFill>
                  <a:schemeClr val="bg1"/>
                </a:solidFill>
              </a:rPr>
              <a:t>keep sb. company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21.compare A to B </a:t>
            </a:r>
            <a:r>
              <a:rPr lang="en-US" altLang="zh-CN" sz="2400">
                <a:solidFill>
                  <a:schemeClr val="bg1"/>
                </a:solidFill>
              </a:rPr>
              <a:t>把A比作B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compare A with B </a:t>
            </a:r>
            <a:r>
              <a:rPr lang="en-US" altLang="zh-CN" sz="2400">
                <a:solidFill>
                  <a:schemeClr val="bg1"/>
                </a:solidFill>
              </a:rPr>
              <a:t>把A和B作比较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568</Words>
  <Application>WPS 演示</Application>
  <PresentationFormat>宽屏</PresentationFormat>
  <Paragraphs>28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2024-04-24T15:43:00Z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B42AEBB9027345D296FF5CBC3D0D93F5_11</vt:lpwstr>
  </property>
</Properties>
</file>