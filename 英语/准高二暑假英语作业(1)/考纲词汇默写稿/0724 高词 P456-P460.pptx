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实际上起作用的；虚拟的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virtual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美德；优点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virtue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3.by virtue of </a:t>
            </a:r>
            <a:r>
              <a:rPr lang="en-US" altLang="zh-CN" sz="2400">
                <a:solidFill>
                  <a:schemeClr val="bg1"/>
                </a:solidFill>
              </a:rPr>
              <a:t>凭借；由于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病毒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virus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看得见的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visible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视力；看法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vision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充满生机的；极其重要的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vital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维生素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vitamin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生动的；逼真的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vivid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10.vocation n. </a:t>
            </a:r>
            <a:r>
              <a:rPr lang="en-US" altLang="zh-CN" sz="2400">
                <a:solidFill>
                  <a:schemeClr val="bg1"/>
                </a:solidFill>
              </a:rPr>
              <a:t>职业；才能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火山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volcano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容积；卷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volume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航海；航行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voyage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14.wage n. </a:t>
            </a:r>
            <a:r>
              <a:rPr lang="en-US" altLang="zh-CN" sz="2400">
                <a:solidFill>
                  <a:schemeClr val="bg1"/>
                </a:solidFill>
              </a:rPr>
              <a:t>工资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15.waist n. </a:t>
            </a:r>
            <a:r>
              <a:rPr lang="en-US" altLang="zh-CN" sz="2400">
                <a:solidFill>
                  <a:schemeClr val="bg1"/>
                </a:solidFill>
              </a:rPr>
              <a:t>腰部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16.wait up </a:t>
            </a:r>
            <a:r>
              <a:rPr lang="en-US" altLang="zh-CN" sz="2400">
                <a:solidFill>
                  <a:schemeClr val="bg1"/>
                </a:solidFill>
              </a:rPr>
              <a:t>熬夜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漫游；闲逛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wander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8.ward n. </a:t>
            </a:r>
            <a:r>
              <a:rPr lang="en-US" altLang="zh-CN" sz="2400">
                <a:solidFill>
                  <a:schemeClr val="bg1"/>
                </a:solidFill>
              </a:rPr>
              <a:t>病房；监护室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热心的；富于同情心的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warm-hearted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警告某人某事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warn sb. of sth.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军舰；舰艇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warship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浪费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waste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23.watchman n. </a:t>
            </a:r>
            <a:r>
              <a:rPr lang="en-US" altLang="zh-CN" sz="2400">
                <a:solidFill>
                  <a:schemeClr val="bg1"/>
                </a:solidFill>
              </a:rPr>
              <a:t>看守人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2024-07-20T11:01:51Z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12A5419FA14A473696C0195FAB5FF97E_11</vt:lpwstr>
  </property>
</Properties>
</file>