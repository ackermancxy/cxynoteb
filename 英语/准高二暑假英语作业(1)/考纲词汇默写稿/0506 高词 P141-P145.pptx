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 drop in the bucket</a:t>
            </a:r>
            <a:r>
              <a:rPr lang="en-US" altLang="zh-CN" sz="2400">
                <a:solidFill>
                  <a:schemeClr val="bg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沧海一粟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drop in </a:t>
            </a:r>
            <a:r>
              <a:rPr lang="en-US" altLang="zh-CN" sz="2400">
                <a:solidFill>
                  <a:schemeClr val="bg1"/>
                </a:solidFill>
              </a:rPr>
              <a:t>顺便拜访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干旱；旱灾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drought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药物滥用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drug abuse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drum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5.due adj. </a:t>
            </a:r>
            <a:r>
              <a:rPr lang="en-US" altLang="zh-CN" sz="2400">
                <a:solidFill>
                  <a:schemeClr val="bg1"/>
                </a:solidFill>
              </a:rPr>
              <a:t>应得的；到期的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6.dull adj. </a:t>
            </a:r>
            <a:r>
              <a:rPr lang="en-US" altLang="zh-CN" sz="2400">
                <a:solidFill>
                  <a:schemeClr val="bg1"/>
                </a:solidFill>
              </a:rPr>
              <a:t>乏味的；愚钝的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7.duly adj. </a:t>
            </a:r>
            <a:r>
              <a:rPr lang="en-US" altLang="zh-CN" sz="2400">
                <a:solidFill>
                  <a:schemeClr val="bg1"/>
                </a:solidFill>
              </a:rPr>
              <a:t>适当的；充分的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8.dump v. </a:t>
            </a:r>
            <a:r>
              <a:rPr lang="en-US" altLang="zh-CN" sz="2400">
                <a:solidFill>
                  <a:schemeClr val="bg1"/>
                </a:solidFill>
              </a:rPr>
              <a:t>倾倒；倾销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垃圾堆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饺子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dumpling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10.duration n. </a:t>
            </a:r>
            <a:r>
              <a:rPr lang="en-US" altLang="zh-CN" sz="2400">
                <a:solidFill>
                  <a:schemeClr val="bg1"/>
                </a:solidFill>
              </a:rPr>
              <a:t>持续期间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11.dusk n. </a:t>
            </a:r>
            <a:r>
              <a:rPr lang="en-US" altLang="zh-CN" sz="2400">
                <a:solidFill>
                  <a:schemeClr val="bg1"/>
                </a:solidFill>
              </a:rPr>
              <a:t>黄昏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12.dustbin n. </a:t>
            </a:r>
            <a:r>
              <a:rPr lang="en-US" altLang="zh-CN" sz="2400">
                <a:solidFill>
                  <a:schemeClr val="bg1"/>
                </a:solidFill>
              </a:rPr>
              <a:t>垃圾箱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13.dye v. </a:t>
            </a:r>
            <a:r>
              <a:rPr lang="en-US" altLang="zh-CN" sz="2400">
                <a:solidFill>
                  <a:schemeClr val="bg1"/>
                </a:solidFill>
              </a:rPr>
              <a:t>染色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染料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14.dynamic adj. </a:t>
            </a:r>
            <a:r>
              <a:rPr lang="en-US" altLang="zh-CN" sz="2400">
                <a:solidFill>
                  <a:schemeClr val="bg1"/>
                </a:solidFill>
              </a:rPr>
              <a:t>动力的；有活力的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朝代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dynasty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渴望做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be eager to do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渴望得到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eager for sth.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eagle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赚得；挣得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earn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谋生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earn one’s living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19.earnest adj. </a:t>
            </a:r>
            <a:r>
              <a:rPr lang="en-US" altLang="zh-CN" sz="2400">
                <a:solidFill>
                  <a:schemeClr val="bg1"/>
                </a:solidFill>
              </a:rPr>
              <a:t>热切的；诚挚的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20.on earth </a:t>
            </a:r>
            <a:r>
              <a:rPr lang="en-US" altLang="zh-CN" sz="2400">
                <a:solidFill>
                  <a:schemeClr val="bg1"/>
                </a:solidFill>
              </a:rPr>
              <a:t>究竟；到底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21.ease the pain </a:t>
            </a:r>
            <a:r>
              <a:rPr lang="en-US" altLang="zh-CN" sz="2400">
                <a:solidFill>
                  <a:schemeClr val="bg1"/>
                </a:solidFill>
              </a:rPr>
              <a:t>减缓疼痛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22.take it easy </a:t>
            </a:r>
            <a:r>
              <a:rPr lang="en-US" altLang="zh-CN" sz="2400">
                <a:solidFill>
                  <a:schemeClr val="bg1"/>
                </a:solidFill>
              </a:rPr>
              <a:t>放轻松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23.economic adj. </a:t>
            </a:r>
            <a:r>
              <a:rPr lang="en-US" altLang="zh-CN" sz="2400">
                <a:solidFill>
                  <a:schemeClr val="bg1"/>
                </a:solidFill>
              </a:rPr>
              <a:t>经济的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economical adj. </a:t>
            </a:r>
            <a:r>
              <a:rPr lang="en-US" altLang="zh-CN" sz="2400">
                <a:solidFill>
                  <a:schemeClr val="bg1"/>
                </a:solidFill>
              </a:rPr>
              <a:t>节约的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边缘；刀刃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edge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编辑；修改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edit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2024-05-04T08:35:50Z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19F5A0A4954847A18AE171E04A6B0BE7_11</vt:lpwstr>
  </property>
</Properties>
</file>