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1.usage n. </a:t>
            </a:r>
            <a:r>
              <a:rPr lang="zh-CN" altLang="en-US" sz="2400">
                <a:solidFill>
                  <a:schemeClr val="bg1"/>
                </a:solidFill>
              </a:rPr>
              <a:t>使用；用法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2.in use </a:t>
            </a:r>
            <a:r>
              <a:rPr lang="zh-CN" altLang="en-US" sz="2400">
                <a:solidFill>
                  <a:schemeClr val="bg1"/>
                </a:solidFill>
              </a:rPr>
              <a:t>在使用中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out of use </a:t>
            </a:r>
            <a:r>
              <a:rPr lang="zh-CN" altLang="en-US" sz="2400">
                <a:solidFill>
                  <a:schemeClr val="bg1"/>
                </a:solidFill>
              </a:rPr>
              <a:t>不再被使用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come into use </a:t>
            </a:r>
            <a:r>
              <a:rPr lang="zh-CN" altLang="en-US" sz="2400">
                <a:solidFill>
                  <a:schemeClr val="bg1"/>
                </a:solidFill>
              </a:rPr>
              <a:t>开始被使用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make use of </a:t>
            </a:r>
            <a:r>
              <a:rPr lang="zh-CN" altLang="en-US" sz="2400">
                <a:solidFill>
                  <a:schemeClr val="bg1"/>
                </a:solidFill>
              </a:rPr>
              <a:t>利用；使用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做某事是没有用的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it’s no using doing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无用的；无价值的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useless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空白；空缺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vacancy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模糊的；不清楚的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vague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6.valid adj. </a:t>
            </a:r>
            <a:r>
              <a:rPr lang="en-US" altLang="zh-CN" sz="2400">
                <a:solidFill>
                  <a:schemeClr val="bg1"/>
                </a:solidFill>
              </a:rPr>
              <a:t>有法律效益的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山谷；溪谷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valley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有价值的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valuable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9.van n. </a:t>
            </a:r>
            <a:r>
              <a:rPr lang="en-US" altLang="zh-CN" sz="2400">
                <a:solidFill>
                  <a:schemeClr val="bg1"/>
                </a:solidFill>
              </a:rPr>
              <a:t>运货车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蒸汽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vanpour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种类；变化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variety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花瓶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vase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13.vast adj. </a:t>
            </a:r>
            <a:r>
              <a:rPr lang="en-US" altLang="zh-CN" sz="2400">
                <a:solidFill>
                  <a:schemeClr val="bg1"/>
                </a:solidFill>
              </a:rPr>
              <a:t>广阔的；广大的</a:t>
            </a:r>
            <a:endParaRPr lang="zh-CN" altLang="en-US" sz="2400">
              <a:solidFill>
                <a:schemeClr val="tx1"/>
              </a:solidFill>
            </a:endParaRPr>
          </a:p>
          <a:p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素食主义者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vegetarian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交通工具；车辆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vehicle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冒险行动；冒险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venture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17.venue n. </a:t>
            </a:r>
            <a:r>
              <a:rPr lang="en-US" altLang="zh-CN" sz="2400">
                <a:solidFill>
                  <a:schemeClr val="bg1"/>
                </a:solidFill>
              </a:rPr>
              <a:t>举办场地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18.version n. </a:t>
            </a:r>
            <a:r>
              <a:rPr lang="en-US" altLang="zh-CN" sz="2400">
                <a:solidFill>
                  <a:schemeClr val="bg1"/>
                </a:solidFill>
              </a:rPr>
              <a:t>版本；说法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反之亦然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vice versa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受害者；牺牲者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victim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胜利；成功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victory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22.in view of </a:t>
            </a:r>
            <a:r>
              <a:rPr lang="en-US" altLang="zh-CN" sz="2400">
                <a:solidFill>
                  <a:schemeClr val="bg1"/>
                </a:solidFill>
              </a:rPr>
              <a:t>由于；考虑到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23.vigour n. </a:t>
            </a:r>
            <a:r>
              <a:rPr lang="en-US" altLang="zh-CN" sz="2400">
                <a:solidFill>
                  <a:schemeClr val="bg1"/>
                </a:solidFill>
              </a:rPr>
              <a:t>体力；精力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暴力的；猛烈的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violent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WPS 演示</Application>
  <PresentationFormat>宽屏</PresentationFormat>
  <Paragraphs>31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2024-07-20T10:48:38Z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49C1A17170E2457EB228D3B2BD79DEEC_11</vt:lpwstr>
  </property>
</Properties>
</file>