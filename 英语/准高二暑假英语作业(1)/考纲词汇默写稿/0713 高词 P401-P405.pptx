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1.spoil v. </a:t>
            </a:r>
            <a:r>
              <a:rPr lang="zh-CN" altLang="en-US" sz="2400">
                <a:solidFill>
                  <a:schemeClr val="bg1"/>
                </a:solidFill>
              </a:rPr>
              <a:t>糟蹋；损害；宠坏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赞助者；主办者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sponsor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3.spoon n. </a:t>
            </a:r>
            <a:r>
              <a:rPr lang="zh-CN" altLang="en-US" sz="2400">
                <a:solidFill>
                  <a:schemeClr val="bg1"/>
                </a:solidFill>
              </a:rPr>
              <a:t>匙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4.spot v. </a:t>
            </a:r>
            <a:r>
              <a:rPr lang="zh-CN" altLang="en-US" sz="2400">
                <a:solidFill>
                  <a:schemeClr val="bg1"/>
                </a:solidFill>
              </a:rPr>
              <a:t>认出；玷污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5.spouse n. </a:t>
            </a:r>
            <a:r>
              <a:rPr lang="zh-CN" altLang="en-US" sz="2400">
                <a:solidFill>
                  <a:schemeClr val="bg1"/>
                </a:solidFill>
              </a:rPr>
              <a:t>配偶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间谍；密探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spy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榨取；挤取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squeeze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稳定性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stability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9.stadium n. </a:t>
            </a:r>
            <a:r>
              <a:rPr lang="zh-CN" altLang="en-US" sz="2400">
                <a:solidFill>
                  <a:schemeClr val="bg1"/>
                </a:solidFill>
              </a:rPr>
              <a:t>露天体育场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全体职员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staff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11.stall n. </a:t>
            </a:r>
            <a:r>
              <a:rPr lang="zh-CN" altLang="en-US" sz="2400">
                <a:solidFill>
                  <a:schemeClr val="bg1"/>
                </a:solidFill>
              </a:rPr>
              <a:t>货摊；书亭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12.stand for </a:t>
            </a:r>
            <a:r>
              <a:rPr lang="zh-CN" altLang="en-US" sz="2400">
                <a:solidFill>
                  <a:schemeClr val="bg1"/>
                </a:solidFill>
              </a:rPr>
              <a:t>代表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stand out </a:t>
            </a:r>
            <a:r>
              <a:rPr lang="zh-CN" altLang="en-US" sz="2400">
                <a:solidFill>
                  <a:schemeClr val="bg1"/>
                </a:solidFill>
              </a:rPr>
              <a:t>突出；站起来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stand up to </a:t>
            </a:r>
            <a:r>
              <a:rPr lang="zh-CN" altLang="en-US" sz="2400">
                <a:solidFill>
                  <a:schemeClr val="bg1"/>
                </a:solidFill>
              </a:rPr>
              <a:t>经得起；抵抗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标准；规范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standard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凝视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stare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饥饿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starvation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饿死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starve to death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17.in a state of </a:t>
            </a:r>
            <a:r>
              <a:rPr lang="en-US" altLang="zh-CN" sz="2400">
                <a:solidFill>
                  <a:schemeClr val="bg1"/>
                </a:solidFill>
              </a:rPr>
              <a:t>处于...的状态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18.understatement n. </a:t>
            </a:r>
            <a:r>
              <a:rPr lang="en-US" altLang="zh-CN" sz="2400">
                <a:solidFill>
                  <a:schemeClr val="bg1"/>
                </a:solidFill>
              </a:rPr>
              <a:t>淡化；轻描淡写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</a:t>
            </a:r>
            <a:r>
              <a:rPr lang="zh-CN" altLang="en-US" sz="2400">
                <a:solidFill>
                  <a:schemeClr val="tx1"/>
                </a:solidFill>
              </a:rPr>
              <a:t>文具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stationery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20.statue n. </a:t>
            </a:r>
            <a:r>
              <a:rPr lang="en-US" altLang="zh-CN" sz="2400">
                <a:solidFill>
                  <a:schemeClr val="bg1"/>
                </a:solidFill>
              </a:rPr>
              <a:t>雕像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21.status n. </a:t>
            </a:r>
            <a:r>
              <a:rPr lang="en-US" altLang="zh-CN" sz="2400">
                <a:solidFill>
                  <a:schemeClr val="bg1"/>
                </a:solidFill>
              </a:rPr>
              <a:t>地位；身份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22.stay up </a:t>
            </a:r>
            <a:r>
              <a:rPr lang="en-US" altLang="zh-CN" sz="2400">
                <a:solidFill>
                  <a:schemeClr val="bg1"/>
                </a:solidFill>
              </a:rPr>
              <a:t>熬夜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稳定的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steady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</a:t>
            </a:r>
            <a:r>
              <a:rPr lang="zh-CN" altLang="en-US" sz="2400">
                <a:solidFill>
                  <a:schemeClr val="tx1"/>
                </a:solidFill>
              </a:rPr>
              <a:t>牛排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steak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</a:t>
            </a:r>
            <a:r>
              <a:rPr lang="zh-CN" altLang="en-US" sz="2400">
                <a:solidFill>
                  <a:schemeClr val="tx1"/>
                </a:solidFill>
              </a:rPr>
              <a:t>偷窃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steal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26.</a:t>
            </a:r>
            <a:r>
              <a:rPr lang="zh-CN" altLang="en-US" sz="2400">
                <a:solidFill>
                  <a:schemeClr val="tx1"/>
                </a:solidFill>
              </a:rPr>
              <a:t>水蒸气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steam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27.steel n. </a:t>
            </a:r>
            <a:r>
              <a:rPr lang="en-US" altLang="zh-CN" sz="2400">
                <a:solidFill>
                  <a:schemeClr val="bg1"/>
                </a:solidFill>
              </a:rPr>
              <a:t>钢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28.steep adj. </a:t>
            </a:r>
            <a:r>
              <a:rPr lang="en-US" altLang="zh-CN" sz="2400">
                <a:solidFill>
                  <a:schemeClr val="bg1"/>
                </a:solidFill>
              </a:rPr>
              <a:t>陡峭的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29.steer v. </a:t>
            </a:r>
            <a:r>
              <a:rPr lang="en-US" altLang="zh-CN" sz="2400">
                <a:solidFill>
                  <a:schemeClr val="bg1"/>
                </a:solidFill>
              </a:rPr>
              <a:t>掌舵；驾驶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30.stem from </a:t>
            </a:r>
            <a:r>
              <a:rPr lang="en-US" altLang="zh-CN" sz="2400">
                <a:solidFill>
                  <a:schemeClr val="bg1"/>
                </a:solidFill>
              </a:rPr>
              <a:t>源于；由...产生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WPS 演示</Application>
  <PresentationFormat>宽屏</PresentationFormat>
  <Paragraphs>34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2024-07-12T11:49:16Z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7EC924AE57044DF093DE33B15EC35E1E_11</vt:lpwstr>
  </property>
</Properties>
</file>