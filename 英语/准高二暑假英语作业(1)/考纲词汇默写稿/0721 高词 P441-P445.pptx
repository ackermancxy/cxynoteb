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1.tray n. </a:t>
            </a:r>
            <a:r>
              <a:rPr lang="zh-CN" altLang="en-US" sz="2400">
                <a:solidFill>
                  <a:schemeClr val="bg1"/>
                </a:solidFill>
              </a:rPr>
              <a:t>托盘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财富；珍宝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treasure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款待；请客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treat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治疗；疗法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treatment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颤抖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tremble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极大的；巨大的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tremendous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7.trial n. </a:t>
            </a:r>
            <a:r>
              <a:rPr lang="zh-CN" altLang="en-US" sz="2400">
                <a:solidFill>
                  <a:schemeClr val="bg1"/>
                </a:solidFill>
              </a:rPr>
              <a:t>审讯；试验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部落；一伙人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 tribe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诡计；戏法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trick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10.trolley n. </a:t>
            </a:r>
            <a:r>
              <a:rPr lang="zh-CN" altLang="en-US" sz="2400">
                <a:solidFill>
                  <a:schemeClr val="bg1"/>
                </a:solidFill>
              </a:rPr>
              <a:t>手推车；电车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军队；一群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 troop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12.be in trouble </a:t>
            </a:r>
            <a:r>
              <a:rPr lang="zh-CN" altLang="en-US" sz="2400">
                <a:solidFill>
                  <a:schemeClr val="bg1"/>
                </a:solidFill>
              </a:rPr>
              <a:t>处于困境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做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有困难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have trouble in doing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令人讨厌的；令人烦恼的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troublesome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14.come true </a:t>
            </a:r>
            <a:r>
              <a:rPr lang="zh-CN" altLang="en-US" sz="2400">
                <a:solidFill>
                  <a:schemeClr val="bg1"/>
                </a:solidFill>
              </a:rPr>
              <a:t>实现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15.trunk n. </a:t>
            </a:r>
            <a:r>
              <a:rPr lang="zh-CN" altLang="en-US" sz="2400">
                <a:solidFill>
                  <a:schemeClr val="bg1"/>
                </a:solidFill>
              </a:rPr>
              <a:t>树干；大旅行箱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真理；真相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truth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17.tube n. </a:t>
            </a:r>
            <a:r>
              <a:rPr lang="zh-CN" altLang="en-US" sz="2400">
                <a:solidFill>
                  <a:schemeClr val="bg1"/>
                </a:solidFill>
              </a:rPr>
              <a:t>管子；地铁隧道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学费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tuition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19.tune n. </a:t>
            </a:r>
            <a:r>
              <a:rPr lang="zh-CN" altLang="en-US" sz="2400">
                <a:solidFill>
                  <a:schemeClr val="bg1"/>
                </a:solidFill>
              </a:rPr>
              <a:t>曲调；腔调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隧道；地道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tunnel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21.turn down </a:t>
            </a:r>
            <a:r>
              <a:rPr lang="zh-CN" altLang="en-US" sz="2400">
                <a:solidFill>
                  <a:schemeClr val="bg1"/>
                </a:solidFill>
              </a:rPr>
              <a:t>调低；拒绝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turn in </a:t>
            </a:r>
            <a:r>
              <a:rPr lang="zh-CN" altLang="en-US" sz="2400">
                <a:solidFill>
                  <a:schemeClr val="bg1"/>
                </a:solidFill>
              </a:rPr>
              <a:t>上交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turn off </a:t>
            </a:r>
            <a:r>
              <a:rPr lang="zh-CN" altLang="en-US" sz="2400">
                <a:solidFill>
                  <a:schemeClr val="bg1"/>
                </a:solidFill>
              </a:rPr>
              <a:t>关掉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turn out </a:t>
            </a:r>
            <a:r>
              <a:rPr lang="zh-CN" altLang="en-US" sz="2400">
                <a:solidFill>
                  <a:schemeClr val="bg1"/>
                </a:solidFill>
              </a:rPr>
              <a:t>关掉；原来是；证明是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turn over </a:t>
            </a:r>
            <a:r>
              <a:rPr lang="zh-CN" altLang="en-US" sz="2400">
                <a:solidFill>
                  <a:schemeClr val="bg1"/>
                </a:solidFill>
              </a:rPr>
              <a:t>移交；仔细考虑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turn to </a:t>
            </a:r>
            <a:r>
              <a:rPr lang="zh-CN" altLang="en-US" sz="2400">
                <a:solidFill>
                  <a:schemeClr val="bg1"/>
                </a:solidFill>
              </a:rPr>
              <a:t>转向；求助于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turn </a:t>
            </a:r>
            <a:r>
              <a:rPr lang="zh-CN" altLang="en-US" sz="2400">
                <a:solidFill>
                  <a:schemeClr val="bg1"/>
                </a:solidFill>
              </a:rPr>
              <a:t>依次；反过来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22.twist v. </a:t>
            </a:r>
            <a:r>
              <a:rPr lang="zh-CN" altLang="en-US" sz="2400">
                <a:solidFill>
                  <a:schemeClr val="bg1"/>
                </a:solidFill>
              </a:rPr>
              <a:t>转动；旋转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打字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type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WPS 演示</Application>
  <PresentationFormat>宽屏</PresentationFormat>
  <Paragraphs>33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2024-07-16T02:29:37Z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65A7FB0845F94CA8AC62A46C873F92CA_11</vt:lpwstr>
  </property>
</Properties>
</file>