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发现；发觉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discover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n. </a:t>
            </a:r>
            <a:r>
              <a:rPr lang="en-US" altLang="zh-CN" sz="2400">
                <a:solidFill>
                  <a:schemeClr val="bg1"/>
                </a:solidFill>
              </a:rPr>
              <a:t>discovery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辨别；歧视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discrimination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性别歧视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gender discrimination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讨论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discussion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疾病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disease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解散；解雇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dismiss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n. </a:t>
            </a:r>
            <a:r>
              <a:rPr lang="en-US" altLang="zh-CN" sz="2400">
                <a:solidFill>
                  <a:schemeClr val="bg1"/>
                </a:solidFill>
              </a:rPr>
              <a:t>dismissal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不服从；违抗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disobey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紊乱；杂乱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disorder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8.display n./v. </a:t>
            </a:r>
            <a:r>
              <a:rPr lang="en-US" altLang="zh-CN" sz="2400">
                <a:solidFill>
                  <a:schemeClr val="bg1"/>
                </a:solidFill>
              </a:rPr>
              <a:t>展示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溶解；融化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dissolve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10.in the distance </a:t>
            </a:r>
            <a:r>
              <a:rPr lang="en-US" altLang="zh-CN" sz="2400">
                <a:solidFill>
                  <a:schemeClr val="bg1"/>
                </a:solidFill>
              </a:rPr>
              <a:t>在远方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keep sb. at a distance </a:t>
            </a:r>
            <a:r>
              <a:rPr lang="en-US" altLang="zh-CN" sz="2400">
                <a:solidFill>
                  <a:schemeClr val="bg1"/>
                </a:solidFill>
              </a:rPr>
              <a:t>对...冷淡；与...保持距离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远的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distant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12.distinct adj. </a:t>
            </a:r>
            <a:r>
              <a:rPr lang="zh-CN" altLang="en-US" sz="2400">
                <a:solidFill>
                  <a:schemeClr val="bg1"/>
                </a:solidFill>
              </a:rPr>
              <a:t>有区别的；明显的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distinctive adj. </a:t>
            </a:r>
            <a:r>
              <a:rPr lang="zh-CN" altLang="en-US" sz="2400">
                <a:solidFill>
                  <a:schemeClr val="bg1"/>
                </a:solidFill>
              </a:rPr>
              <a:t>特别的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区别；辨别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distinguish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distinguished adj. </a:t>
            </a:r>
            <a:r>
              <a:rPr lang="zh-CN" altLang="en-US" sz="2400">
                <a:solidFill>
                  <a:schemeClr val="bg1"/>
                </a:solidFill>
              </a:rPr>
              <a:t>卓越的；杰出的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使分心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distract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15.distressing adj. </a:t>
            </a:r>
            <a:r>
              <a:rPr lang="zh-CN" altLang="en-US" sz="2400">
                <a:solidFill>
                  <a:schemeClr val="bg1"/>
                </a:solidFill>
              </a:rPr>
              <a:t>使人痛苦的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分配；分发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distribute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地区；区域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district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扰乱；使心神不安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disturb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潜水；跳水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dive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20.diverse adj. </a:t>
            </a:r>
            <a:r>
              <a:rPr lang="zh-CN" altLang="en-US" sz="2400">
                <a:solidFill>
                  <a:schemeClr val="bg1"/>
                </a:solidFill>
              </a:rPr>
              <a:t>不同的；多种多样的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21.division n. </a:t>
            </a:r>
            <a:r>
              <a:rPr lang="zh-CN" altLang="en-US" sz="2400">
                <a:solidFill>
                  <a:schemeClr val="bg1"/>
                </a:solidFill>
              </a:rPr>
              <a:t>部门；分开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离婚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divorce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23.dizzy adj. </a:t>
            </a:r>
            <a:r>
              <a:rPr lang="zh-CN" altLang="en-US" sz="2400">
                <a:solidFill>
                  <a:schemeClr val="bg1"/>
                </a:solidFill>
              </a:rPr>
              <a:t>头晕目眩的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24.doll n. </a:t>
            </a:r>
            <a:r>
              <a:rPr lang="zh-CN" altLang="en-US" sz="2400">
                <a:solidFill>
                  <a:schemeClr val="bg1"/>
                </a:solidFill>
              </a:rPr>
              <a:t>玩具娃娃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</Words>
  <Application>WPS 演示</Application>
  <PresentationFormat>宽屏</PresentationFormat>
  <Paragraphs>32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2024-05-02T08:33:05Z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B4B15BBBCEE840DD9AB36367E9999D0A_11</vt:lpwstr>
  </property>
</Properties>
</file>