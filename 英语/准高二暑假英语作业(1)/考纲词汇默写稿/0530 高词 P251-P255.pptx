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1.at length </a:t>
            </a:r>
            <a:r>
              <a:rPr lang="zh-CN" altLang="en-US" sz="2400">
                <a:solidFill>
                  <a:schemeClr val="bg1"/>
                </a:solidFill>
              </a:rPr>
              <a:t>详细地；最后</a:t>
            </a:r>
            <a:endParaRPr lang="zh-CN" altLang="en-US" sz="2400"/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得到一个教训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learn a lesson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给某人一个教训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give/teach sb. a lesson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解放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liberate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zh-CN" altLang="en-US" sz="2400">
                <a:solidFill>
                  <a:schemeClr val="bg1"/>
                </a:solidFill>
              </a:rPr>
              <a:t>liberation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言论自由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liberty of speech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许可证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licence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眼皮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lid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生活方式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lifestyle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8.give sb. a lift </a:t>
            </a:r>
            <a:r>
              <a:rPr lang="zh-CN" altLang="en-US" sz="2400">
                <a:solidFill>
                  <a:schemeClr val="bg1"/>
                </a:solidFill>
              </a:rPr>
              <a:t>帮某人一把；让某人搭车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lift up </a:t>
            </a:r>
            <a:r>
              <a:rPr lang="zh-CN" altLang="en-US" sz="2400">
                <a:solidFill>
                  <a:schemeClr val="bg1"/>
                </a:solidFill>
              </a:rPr>
              <a:t>举起；使振奋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9.in the light of </a:t>
            </a:r>
            <a:r>
              <a:rPr lang="zh-CN" altLang="en-US" sz="2400">
                <a:solidFill>
                  <a:schemeClr val="bg1"/>
                </a:solidFill>
              </a:rPr>
              <a:t>鉴于；由于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10.lightning n. </a:t>
            </a:r>
            <a:r>
              <a:rPr lang="zh-CN" altLang="en-US" sz="2400">
                <a:solidFill>
                  <a:schemeClr val="bg1"/>
                </a:solidFill>
              </a:rPr>
              <a:t>闪电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有限的；不多的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limited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12.in line with </a:t>
            </a:r>
            <a:r>
              <a:rPr lang="zh-CN" altLang="en-US" sz="2400">
                <a:solidFill>
                  <a:schemeClr val="bg1"/>
                </a:solidFill>
              </a:rPr>
              <a:t>与...一致；符合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液体；液态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liquid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14.literally adv. </a:t>
            </a:r>
            <a:r>
              <a:rPr lang="zh-CN" altLang="en-US" sz="2400">
                <a:solidFill>
                  <a:schemeClr val="bg1"/>
                </a:solidFill>
              </a:rPr>
              <a:t>逐字地；按字面意思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15.</a:t>
            </a:r>
            <a:r>
              <a:rPr lang="zh-CN" altLang="en-US" sz="2400"/>
              <a:t>文学成就</a:t>
            </a:r>
            <a:r>
              <a:rPr lang="en-US" altLang="zh-CN" sz="2400"/>
              <a:t> </a:t>
            </a:r>
            <a:r>
              <a:rPr lang="zh-CN" altLang="en-US" sz="2400">
                <a:solidFill>
                  <a:schemeClr val="bg1"/>
                </a:solidFill>
              </a:rPr>
              <a:t>literary accomplishments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16.litter n. </a:t>
            </a:r>
            <a:r>
              <a:rPr lang="zh-CN" altLang="en-US" sz="2400">
                <a:solidFill>
                  <a:schemeClr val="bg1"/>
                </a:solidFill>
              </a:rPr>
              <a:t>废弃物；杂乱无章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以微薄的工资而生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live on humble salary/ small income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18.live streaming </a:t>
            </a:r>
            <a:r>
              <a:rPr lang="zh-CN" altLang="en-US" sz="2400">
                <a:solidFill>
                  <a:schemeClr val="bg1"/>
                </a:solidFill>
              </a:rPr>
              <a:t>直播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19.lively adj. </a:t>
            </a:r>
            <a:r>
              <a:rPr lang="zh-CN" altLang="en-US" sz="2400">
                <a:solidFill>
                  <a:schemeClr val="bg1"/>
                </a:solidFill>
              </a:rPr>
              <a:t>充满活力的；灵敏的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20.liver n. </a:t>
            </a:r>
            <a:r>
              <a:rPr lang="zh-CN" altLang="en-US" sz="2400">
                <a:solidFill>
                  <a:schemeClr val="bg1"/>
                </a:solidFill>
              </a:rPr>
              <a:t>肝脏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2024-05-29T14:25:46Z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F7E90F40A2C94F678D4B79A69228B6FE_11</vt:lpwstr>
  </property>
</Properties>
</file>