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样品；试样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sample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卫星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satellite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满意；满足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satisfaction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4.saucer n. </a:t>
            </a:r>
            <a:r>
              <a:rPr lang="en-US" altLang="zh-CN" sz="2400">
                <a:solidFill>
                  <a:schemeClr val="bg1"/>
                </a:solidFill>
              </a:rPr>
              <a:t>茶碟；碟状物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香肠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sausage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6.saving n. </a:t>
            </a:r>
            <a:r>
              <a:rPr lang="en-US" altLang="zh-CN" sz="2400">
                <a:solidFill>
                  <a:schemeClr val="bg1"/>
                </a:solidFill>
              </a:rPr>
              <a:t>救助；存款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7.saying n. </a:t>
            </a:r>
            <a:r>
              <a:rPr lang="en-US" altLang="zh-CN" sz="2400">
                <a:solidFill>
                  <a:schemeClr val="bg1"/>
                </a:solidFill>
              </a:rPr>
              <a:t>谚语；警句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8.on a large scale </a:t>
            </a:r>
            <a:r>
              <a:rPr lang="en-US" altLang="zh-CN" sz="2400">
                <a:solidFill>
                  <a:schemeClr val="bg1"/>
                </a:solidFill>
              </a:rPr>
              <a:t>大规模的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扫描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scan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10.scarce adj. </a:t>
            </a:r>
            <a:r>
              <a:rPr lang="en-US" altLang="zh-CN" sz="2400">
                <a:solidFill>
                  <a:schemeClr val="bg1"/>
                </a:solidFill>
              </a:rPr>
              <a:t>稀有的；缺乏的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11.on teh scene </a:t>
            </a:r>
            <a:r>
              <a:rPr lang="en-US" altLang="zh-CN" sz="2400">
                <a:solidFill>
                  <a:schemeClr val="bg1"/>
                </a:solidFill>
              </a:rPr>
              <a:t>在场；到场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风景；景色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scenery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时间表；计划表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schedule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14.scheme n. </a:t>
            </a:r>
            <a:r>
              <a:rPr lang="en-US" altLang="zh-CN" sz="2400">
                <a:solidFill>
                  <a:schemeClr val="bg1"/>
                </a:solidFill>
              </a:rPr>
              <a:t>计划；方案；阴谋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学者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scholar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奖学金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scholarship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科学家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scientist</a:t>
            </a:r>
            <a:endParaRPr lang="en-US" altLang="zh-CN" sz="2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剪刀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scissors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责骂；斥责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scold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20.full score </a:t>
            </a:r>
            <a:r>
              <a:rPr lang="en-US" altLang="zh-CN" sz="2400">
                <a:solidFill>
                  <a:schemeClr val="bg1"/>
                </a:solidFill>
              </a:rPr>
              <a:t>满分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scores of </a:t>
            </a:r>
            <a:r>
              <a:rPr lang="en-US" altLang="zh-CN" sz="2400">
                <a:solidFill>
                  <a:schemeClr val="bg1"/>
                </a:solidFill>
              </a:rPr>
              <a:t>许多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</a:t>
            </a:r>
            <a:r>
              <a:rPr lang="zh-CN" altLang="en-US" sz="2400">
                <a:solidFill>
                  <a:schemeClr val="tx1"/>
                </a:solidFill>
              </a:rPr>
              <a:t>抓；划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scratch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</a:t>
            </a:r>
            <a:r>
              <a:rPr lang="zh-CN" altLang="en-US" sz="2400">
                <a:solidFill>
                  <a:schemeClr val="tx1"/>
                </a:solidFill>
              </a:rPr>
              <a:t>尖叫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scream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23.scrub v. </a:t>
            </a:r>
            <a:r>
              <a:rPr lang="en-US" altLang="zh-CN" sz="2400">
                <a:solidFill>
                  <a:schemeClr val="bg1"/>
                </a:solidFill>
              </a:rPr>
              <a:t>用力擦洗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24.</a:t>
            </a:r>
            <a:r>
              <a:rPr lang="zh-CN" altLang="en-US" sz="2400">
                <a:solidFill>
                  <a:schemeClr val="tx1"/>
                </a:solidFill>
              </a:rPr>
              <a:t>雕刻；雕刻作品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sculpture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25.seal v. </a:t>
            </a:r>
            <a:r>
              <a:rPr lang="en-US" altLang="zh-CN" sz="2400">
                <a:solidFill>
                  <a:schemeClr val="bg1"/>
                </a:solidFill>
              </a:rPr>
              <a:t>盖章；密封</a:t>
            </a:r>
            <a:endParaRPr lang="zh-CN" altLang="en-US" sz="240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471</Words>
  <Application>WPS 演示</Application>
  <PresentationFormat>宽屏</PresentationFormat>
  <Paragraphs>28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2024-07-05T14:24:26Z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AD762FE238184EF69198D372B17BDB0A_11</vt:lpwstr>
  </property>
</Properties>
</file>