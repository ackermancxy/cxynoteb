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sz="2400">
                <a:solidFill>
                  <a:schemeClr val="tx1"/>
                </a:solidFill>
              </a:rPr>
              <a:t>负责管理受灾地区的物资分发</a:t>
            </a:r>
            <a:r>
              <a:rPr lang="en-US" altLang="zh-CN" sz="2400">
                <a:solidFill>
                  <a:schemeClr val="tx1"/>
                </a:solidFill>
              </a:rPr>
              <a:t>(charge) </a:t>
            </a:r>
            <a:r>
              <a:rPr lang="en-US" altLang="zh-CN" sz="2400">
                <a:solidFill>
                  <a:schemeClr val="bg1"/>
                </a:solidFill>
              </a:rPr>
              <a:t>be in charge of the supply distribution in disaster-stricken area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仁爱；慈善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charity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3.charm v. </a:t>
            </a:r>
            <a:r>
              <a:rPr lang="en-US" altLang="zh-CN" sz="2400">
                <a:solidFill>
                  <a:schemeClr val="bg1"/>
                </a:solidFill>
              </a:rPr>
              <a:t>吸引；迷住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4.chart n. </a:t>
            </a:r>
            <a:r>
              <a:rPr lang="en-US" altLang="zh-CN" sz="2400">
                <a:solidFill>
                  <a:schemeClr val="bg1"/>
                </a:solidFill>
              </a:rPr>
              <a:t>图表；地图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追捕罪犯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chase the criminal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考试作弊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cheat in the exam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7.check in </a:t>
            </a:r>
            <a:r>
              <a:rPr lang="en-US" altLang="zh-CN" sz="2400">
                <a:solidFill>
                  <a:schemeClr val="bg1"/>
                </a:solidFill>
              </a:rPr>
              <a:t>到达登记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check out </a:t>
            </a:r>
            <a:r>
              <a:rPr lang="en-US" altLang="zh-CN" sz="2400">
                <a:solidFill>
                  <a:schemeClr val="bg1"/>
                </a:solidFill>
              </a:rPr>
              <a:t>付账离开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8.cheek n. </a:t>
            </a:r>
            <a:r>
              <a:rPr lang="en-US" altLang="zh-CN" sz="2400">
                <a:solidFill>
                  <a:schemeClr val="bg1"/>
                </a:solidFill>
              </a:rPr>
              <a:t>面颊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9.cheerful adj. </a:t>
            </a:r>
            <a:r>
              <a:rPr lang="en-US" altLang="zh-CN" sz="2400">
                <a:solidFill>
                  <a:schemeClr val="bg1"/>
                </a:solidFill>
              </a:rPr>
              <a:t>高兴地；愉快的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使难民振作起来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cheer up the refugees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10.chef n. </a:t>
            </a:r>
            <a:r>
              <a:rPr lang="en-US" altLang="zh-CN" sz="2400">
                <a:solidFill>
                  <a:schemeClr val="bg1"/>
                </a:solidFill>
              </a:rPr>
              <a:t>厨师长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11.cheque n. </a:t>
            </a:r>
            <a:r>
              <a:rPr lang="en-US" altLang="zh-CN" sz="2400">
                <a:solidFill>
                  <a:schemeClr val="bg1"/>
                </a:solidFill>
              </a:rPr>
              <a:t>支票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12.chest n. </a:t>
            </a:r>
            <a:r>
              <a:rPr lang="en-US" altLang="zh-CN" sz="2400">
                <a:solidFill>
                  <a:schemeClr val="bg1"/>
                </a:solidFill>
              </a:rPr>
              <a:t>胸部；箱子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13.chief adj. </a:t>
            </a:r>
            <a:r>
              <a:rPr lang="en-US" altLang="zh-CN" sz="2400">
                <a:solidFill>
                  <a:schemeClr val="bg1"/>
                </a:solidFill>
              </a:rPr>
              <a:t>主要的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首领；上司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4.chill n. </a:t>
            </a:r>
            <a:r>
              <a:rPr lang="en-US" altLang="zh-CN" sz="2400">
                <a:solidFill>
                  <a:schemeClr val="bg1"/>
                </a:solidFill>
              </a:rPr>
              <a:t>寒冷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冷的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15.chimney n. </a:t>
            </a:r>
            <a:r>
              <a:rPr lang="en-US" altLang="zh-CN" sz="2400">
                <a:solidFill>
                  <a:schemeClr val="bg1"/>
                </a:solidFill>
              </a:rPr>
              <a:t>烟囱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毫无选择，只能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have no choice / option / alternative but to do sth.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17.choir n. </a:t>
            </a:r>
            <a:r>
              <a:rPr lang="en-US" altLang="zh-CN" sz="2400">
                <a:solidFill>
                  <a:schemeClr val="bg1"/>
                </a:solidFill>
              </a:rPr>
              <a:t>唱诗班；合唱团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18.choke v. </a:t>
            </a:r>
            <a:r>
              <a:rPr lang="en-US" altLang="zh-CN" sz="2400">
                <a:solidFill>
                  <a:schemeClr val="bg1"/>
                </a:solidFill>
              </a:rPr>
              <a:t>哽咽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19.how much wood could a wood chopper chop, if a wood chopper could chop wood.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bg1"/>
                </a:solidFill>
              </a:rPr>
              <a:t>如果木菜刀可以砍柴，木菜刀可以砍多少木材？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筷子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chopsticks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21.chorus n. </a:t>
            </a:r>
            <a:r>
              <a:rPr lang="en-US" altLang="zh-CN" sz="2400">
                <a:solidFill>
                  <a:schemeClr val="bg1"/>
                </a:solidFill>
              </a:rPr>
              <a:t>合唱团；合唱曲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香烟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cigarette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23.in a circle=in circles </a:t>
            </a:r>
            <a:r>
              <a:rPr lang="en-US" altLang="zh-CN" sz="2400">
                <a:solidFill>
                  <a:schemeClr val="bg1"/>
                </a:solidFill>
              </a:rPr>
              <a:t>毫无进展；原地兜圈子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24.circuit n. </a:t>
            </a:r>
            <a:r>
              <a:rPr lang="en-US" altLang="zh-CN" sz="2400">
                <a:solidFill>
                  <a:schemeClr val="bg1"/>
                </a:solidFill>
              </a:rPr>
              <a:t>环行；电路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情形；境遇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circumstance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WPS 演示</Application>
  <PresentationFormat>宽屏</PresentationFormat>
  <Paragraphs>30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2024-04-22T14:48:42Z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FAB5C76D6E1246DCBC8AE92BB2285ECE_11</vt:lpwstr>
  </property>
</Properties>
</file>