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岛屿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island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使隔离；使孤立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isolate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3.issue n. </a:t>
            </a:r>
            <a:r>
              <a:rPr lang="en-US" altLang="zh-CN" sz="2400">
                <a:solidFill>
                  <a:schemeClr val="bg1"/>
                </a:solidFill>
              </a:rPr>
              <a:t>问题；发行；期刊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at issue </a:t>
            </a:r>
            <a:r>
              <a:rPr lang="en-US" altLang="zh-CN" sz="2400">
                <a:solidFill>
                  <a:schemeClr val="bg1"/>
                </a:solidFill>
              </a:rPr>
              <a:t>在争论中的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4.be jailed for 20 years </a:t>
            </a:r>
            <a:r>
              <a:rPr lang="en-US" altLang="zh-CN" sz="2400">
                <a:solidFill>
                  <a:schemeClr val="bg1"/>
                </a:solidFill>
              </a:rPr>
              <a:t>被判20年监禁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5.jar n. </a:t>
            </a:r>
            <a:r>
              <a:rPr lang="en-US" altLang="zh-CN" sz="2400">
                <a:solidFill>
                  <a:schemeClr val="bg1"/>
                </a:solidFill>
              </a:rPr>
              <a:t>罐子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6.jaw n. </a:t>
            </a:r>
            <a:r>
              <a:rPr lang="en-US" altLang="zh-CN" sz="2400">
                <a:solidFill>
                  <a:schemeClr val="bg1"/>
                </a:solidFill>
              </a:rPr>
              <a:t>下巴；颌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羡慕的；妒忌的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jealous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8.jelly n. </a:t>
            </a:r>
            <a:r>
              <a:rPr lang="en-US" altLang="zh-CN" sz="2400">
                <a:solidFill>
                  <a:schemeClr val="bg1"/>
                </a:solidFill>
              </a:rPr>
              <a:t>果冻；胶状物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珠宝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jewelry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慢跑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jog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关节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joint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冷笑话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bad joke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日志；期刊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journal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14.journey n. </a:t>
            </a:r>
            <a:r>
              <a:rPr lang="en-US" altLang="zh-CN" sz="2400">
                <a:solidFill>
                  <a:schemeClr val="bg1"/>
                </a:solidFill>
              </a:rPr>
              <a:t>旅行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15.to one’s great joy </a:t>
            </a:r>
            <a:r>
              <a:rPr lang="en-US" altLang="zh-CN" sz="2400">
                <a:solidFill>
                  <a:schemeClr val="bg1"/>
                </a:solidFill>
              </a:rPr>
              <a:t>令某人高兴的是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以貌取人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judge sb. by his appearance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/>
              <a:t>1</a:t>
            </a:r>
            <a:r>
              <a:rPr lang="en-US" sz="2400"/>
              <a:t>7.</a:t>
            </a:r>
            <a:r>
              <a:rPr lang="zh-CN" altLang="en-US" sz="2400"/>
              <a:t>多汁的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juicy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丛林；密林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jungle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19.junk n. </a:t>
            </a:r>
            <a:r>
              <a:rPr lang="en-US" altLang="zh-CN" sz="2400">
                <a:solidFill>
                  <a:schemeClr val="bg1"/>
                </a:solidFill>
              </a:rPr>
              <a:t>废旧杂物；破烂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20.jury n. </a:t>
            </a:r>
            <a:r>
              <a:rPr lang="en-US" altLang="zh-CN" sz="2400">
                <a:solidFill>
                  <a:schemeClr val="bg1"/>
                </a:solidFill>
              </a:rPr>
              <a:t>陪审团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公正；公平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justice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袋鼠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kangaroo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2024-05-25T23:26:43Z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DE629092BF124A68B42CF8D45C4AAB1C_11</vt:lpwstr>
  </property>
</Properties>
</file>