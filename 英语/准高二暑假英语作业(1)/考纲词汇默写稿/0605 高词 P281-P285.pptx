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彼此的；共有的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mutual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神秘的；难以理解的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mysterious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3.myth n. </a:t>
            </a:r>
            <a:r>
              <a:rPr lang="en-US" altLang="zh-CN" sz="2400">
                <a:solidFill>
                  <a:schemeClr val="bg1"/>
                </a:solidFill>
              </a:rPr>
              <a:t>神话；谎言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裸体的；裸露的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naked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5.namely adv.</a:t>
            </a:r>
            <a:r>
              <a:rPr lang="en-US" altLang="zh-CN" sz="2400">
                <a:solidFill>
                  <a:schemeClr val="bg1"/>
                </a:solidFill>
              </a:rPr>
              <a:t>即；那就是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6.napkin n. </a:t>
            </a:r>
            <a:r>
              <a:rPr lang="en-US" altLang="zh-CN" sz="2400">
                <a:solidFill>
                  <a:schemeClr val="bg1"/>
                </a:solidFill>
              </a:rPr>
              <a:t>餐巾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7.narrow v. </a:t>
            </a:r>
            <a:r>
              <a:rPr lang="en-US" altLang="zh-CN" sz="2400">
                <a:solidFill>
                  <a:schemeClr val="bg1"/>
                </a:solidFill>
              </a:rPr>
              <a:t>变窄；缩小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8.nasty adj. </a:t>
            </a:r>
            <a:r>
              <a:rPr lang="en-US" altLang="zh-CN" sz="2400">
                <a:solidFill>
                  <a:schemeClr val="bg1"/>
                </a:solidFill>
              </a:rPr>
              <a:t>肮脏的；极差的；恶意的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9.national heritage </a:t>
            </a:r>
            <a:r>
              <a:rPr lang="en-US" altLang="zh-CN" sz="2400">
                <a:solidFill>
                  <a:schemeClr val="bg1"/>
                </a:solidFill>
              </a:rPr>
              <a:t>国家遗产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10.in nature </a:t>
            </a:r>
            <a:r>
              <a:rPr lang="en-US" altLang="zh-CN" sz="2400">
                <a:solidFill>
                  <a:schemeClr val="bg1"/>
                </a:solidFill>
              </a:rPr>
              <a:t>实际上；根本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顽皮的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naughty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海军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navy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13.neat adj. </a:t>
            </a:r>
            <a:r>
              <a:rPr lang="en-US" altLang="zh-CN" sz="2400">
                <a:solidFill>
                  <a:schemeClr val="bg1"/>
                </a:solidFill>
              </a:rPr>
              <a:t>整洁的；简洁的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必要性；必需品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necessity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15.in need of </a:t>
            </a:r>
            <a:r>
              <a:rPr lang="en-US" altLang="zh-CN" sz="2400">
                <a:solidFill>
                  <a:schemeClr val="bg1"/>
                </a:solidFill>
              </a:rPr>
              <a:t>需要...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没有必要做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en-US" altLang="zh-CN" sz="2400">
                <a:solidFill>
                  <a:schemeClr val="bg1"/>
                </a:solidFill>
              </a:rPr>
              <a:t>there is no need to do sth.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针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needle</a:t>
            </a:r>
            <a:endParaRPr lang="en-US" altLang="zh-CN" sz="2400">
              <a:solidFill>
                <a:schemeClr val="bg1"/>
              </a:solidFill>
            </a:endParaRPr>
          </a:p>
          <a:p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疏忽；忽略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neglect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谈判；协商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negotitate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侄子；外甥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nephew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巢</a:t>
            </a:r>
            <a:r>
              <a:rPr lang="en-US" altLang="zh-CN" sz="2400">
                <a:solidFill>
                  <a:schemeClr val="tx1"/>
                </a:solidFill>
              </a:rPr>
              <a:t> n.  </a:t>
            </a:r>
            <a:r>
              <a:rPr lang="en-US" altLang="zh-CN" sz="2400">
                <a:solidFill>
                  <a:schemeClr val="bg1"/>
                </a:solidFill>
              </a:rPr>
              <a:t>nest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WPS 演示</Application>
  <PresentationFormat>宽屏</PresentationFormat>
  <Paragraphs>24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2024-06-04T05:13:15Z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B7196A242E7641D8BB2A05155E7AE125_11</vt:lpwstr>
  </property>
</Properties>
</file>