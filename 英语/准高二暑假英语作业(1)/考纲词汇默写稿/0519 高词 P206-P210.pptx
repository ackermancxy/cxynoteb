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英俊的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handsome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手写；笔迹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handwriting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3.handy adj. </a:t>
            </a:r>
            <a:r>
              <a:rPr lang="en-US" altLang="zh-CN" sz="2400">
                <a:solidFill>
                  <a:schemeClr val="bg1"/>
                </a:solidFill>
              </a:rPr>
              <a:t>便利的；手巧的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碰巧在走廊碰到他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happen to meet him in the corridor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港口；港湾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harbour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艰难；困苦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hardship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和谐的；和睦的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harmonious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8.harsh adj. </a:t>
            </a:r>
            <a:r>
              <a:rPr lang="en-US" altLang="zh-CN" sz="2400">
                <a:solidFill>
                  <a:schemeClr val="bg1"/>
                </a:solidFill>
              </a:rPr>
              <a:t>严厉的；恶劣的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收获；收割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harvest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10.hatred n. </a:t>
            </a:r>
            <a:r>
              <a:rPr lang="en-US" altLang="zh-CN" sz="2400">
                <a:solidFill>
                  <a:schemeClr val="bg1"/>
                </a:solidFill>
              </a:rPr>
              <a:t>憎恶；敌意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11.have sb. do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have sth. done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have sb. doing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12.harzardous adj. </a:t>
            </a:r>
            <a:r>
              <a:rPr lang="en-US" altLang="zh-CN" sz="2400">
                <a:solidFill>
                  <a:schemeClr val="bg1"/>
                </a:solidFill>
              </a:rPr>
              <a:t>有害的；危险的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头疼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headache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标题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headline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校长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headmaster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16.headquarters n. </a:t>
            </a:r>
            <a:r>
              <a:rPr lang="en-US" altLang="zh-CN" sz="2400">
                <a:solidFill>
                  <a:schemeClr val="bg1"/>
                </a:solidFill>
              </a:rPr>
              <a:t>指挥部；总部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治愈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heal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18.lose heart </a:t>
            </a:r>
            <a:r>
              <a:rPr lang="en-US" altLang="zh-CN" sz="2400">
                <a:solidFill>
                  <a:schemeClr val="bg1"/>
                </a:solidFill>
              </a:rPr>
              <a:t>沮丧；灰心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19.put one’s heart into sth. </a:t>
            </a:r>
            <a:r>
              <a:rPr lang="en-US" altLang="zh-CN" sz="2400">
                <a:solidFill>
                  <a:schemeClr val="bg1"/>
                </a:solidFill>
              </a:rPr>
              <a:t>对...关心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心碎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heartbreak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天堂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heaven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大雨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heavy rain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直升飞机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helicopter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头盔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helmet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禁不住大笑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can’t help laughing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帮助公司摆脱困境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help the company out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26.hence adv. </a:t>
            </a:r>
            <a:r>
              <a:rPr lang="en-US" altLang="zh-CN" sz="2400">
                <a:solidFill>
                  <a:schemeClr val="bg1"/>
                </a:solidFill>
              </a:rPr>
              <a:t>因此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2024-05-17T03:23:26Z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EA0AB664765A4C07B0A6E4D2C98DF099_11</vt:lpwstr>
  </property>
</Properties>
</file>