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半夜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midnight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2.mild adj. </a:t>
            </a:r>
            <a:r>
              <a:rPr lang="en-US" altLang="zh-CN" sz="2400">
                <a:solidFill>
                  <a:schemeClr val="bg1"/>
                </a:solidFill>
              </a:rPr>
              <a:t>和缓的；温和的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里程碑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milestone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军事训练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millitary training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5.mill n. </a:t>
            </a:r>
            <a:r>
              <a:rPr lang="en-US" altLang="zh-CN" sz="2400">
                <a:solidFill>
                  <a:schemeClr val="bg1"/>
                </a:solidFill>
              </a:rPr>
              <a:t>磨坊；工厂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6.change one’s mind </a:t>
            </a:r>
            <a:r>
              <a:rPr lang="en-US" altLang="zh-CN" sz="2400">
                <a:solidFill>
                  <a:schemeClr val="bg1"/>
                </a:solidFill>
              </a:rPr>
              <a:t>改变主意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keep in mind </a:t>
            </a:r>
            <a:r>
              <a:rPr lang="en-US" altLang="zh-CN" sz="2400">
                <a:solidFill>
                  <a:schemeClr val="bg1"/>
                </a:solidFill>
              </a:rPr>
              <a:t>牢记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make up one’s mind </a:t>
            </a:r>
            <a:r>
              <a:rPr lang="en-US" altLang="zh-CN" sz="2400">
                <a:solidFill>
                  <a:schemeClr val="bg1"/>
                </a:solidFill>
              </a:rPr>
              <a:t>打定主意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read one’s mind </a:t>
            </a:r>
            <a:r>
              <a:rPr lang="en-US" altLang="zh-CN" sz="2400">
                <a:solidFill>
                  <a:schemeClr val="bg1"/>
                </a:solidFill>
              </a:rPr>
              <a:t>看出某人的心思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7.mine n. </a:t>
            </a:r>
            <a:r>
              <a:rPr lang="en-US" altLang="zh-CN" sz="2400">
                <a:solidFill>
                  <a:schemeClr val="bg1"/>
                </a:solidFill>
              </a:rPr>
              <a:t>矿；矿井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矿产资源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mineral resources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9.the Ministry of Foreign Affairs </a:t>
            </a:r>
            <a:r>
              <a:rPr lang="en-US" altLang="zh-CN" sz="2400">
                <a:solidFill>
                  <a:schemeClr val="bg1"/>
                </a:solidFill>
              </a:rPr>
              <a:t>外交部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10.in a minute </a:t>
            </a:r>
            <a:r>
              <a:rPr lang="en-US" altLang="zh-CN" sz="2400">
                <a:solidFill>
                  <a:schemeClr val="bg1"/>
                </a:solidFill>
              </a:rPr>
              <a:t>立即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奇迹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miracle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12.mirror the history </a:t>
            </a:r>
            <a:r>
              <a:rPr lang="en-US" altLang="zh-CN" sz="2400">
                <a:solidFill>
                  <a:schemeClr val="bg1"/>
                </a:solidFill>
              </a:rPr>
              <a:t>映照历史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13.miserable adj. </a:t>
            </a:r>
            <a:r>
              <a:rPr lang="en-US" altLang="zh-CN" sz="2400">
                <a:solidFill>
                  <a:schemeClr val="bg1"/>
                </a:solidFill>
              </a:rPr>
              <a:t>痛苦的；悲惨的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14.miss v. </a:t>
            </a:r>
            <a:r>
              <a:rPr lang="en-US" altLang="zh-CN" sz="2400">
                <a:solidFill>
                  <a:schemeClr val="bg1"/>
                </a:solidFill>
              </a:rPr>
              <a:t>想念；错过；未击中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/>
              <a:t>1</a:t>
            </a:r>
            <a:r>
              <a:rPr lang="en-US" sz="2400"/>
              <a:t>5.</a:t>
            </a:r>
            <a:r>
              <a:rPr lang="zh-CN" altLang="en-US" sz="2400"/>
              <a:t>导弹；发射物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missile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16.mission n. </a:t>
            </a:r>
            <a:r>
              <a:rPr lang="en-US" altLang="zh-CN" sz="2400">
                <a:solidFill>
                  <a:schemeClr val="bg1"/>
                </a:solidFill>
              </a:rPr>
              <a:t>使命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17.mist n. </a:t>
            </a:r>
            <a:r>
              <a:rPr lang="en-US" altLang="zh-CN" sz="2400">
                <a:solidFill>
                  <a:schemeClr val="bg1"/>
                </a:solidFill>
              </a:rPr>
              <a:t>水汽；薄雾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18.mixture n. </a:t>
            </a:r>
            <a:r>
              <a:rPr lang="en-US" altLang="zh-CN" sz="2400">
                <a:solidFill>
                  <a:schemeClr val="bg1"/>
                </a:solidFill>
              </a:rPr>
              <a:t>混合物；混合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19.model n. </a:t>
            </a:r>
            <a:r>
              <a:rPr lang="en-US" altLang="zh-CN" sz="2400">
                <a:solidFill>
                  <a:schemeClr val="bg1"/>
                </a:solidFill>
              </a:rPr>
              <a:t>模型；款式；模范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适度的；中等的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moderate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2024-06-02T14:07:52Z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D9A2C6D0DF3C4B7E80BA510EEBB2F8C8_11</vt:lpwstr>
  </property>
</Properties>
</file>